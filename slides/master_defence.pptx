
<file path=[Content_Types].xml><?xml version="1.0" encoding="utf-8"?>
<Types xmlns="http://schemas.openxmlformats.org/package/2006/content-types">
  <Default Extension="bin" ContentType="image/png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3"/>
  </p:sldMasterIdLst>
  <p:notesMasterIdLst>
    <p:notesMasterId r:id="rId37"/>
  </p:notesMasterIdLst>
  <p:handoutMasterIdLst>
    <p:handoutMasterId r:id="rId38"/>
  </p:handoutMasterIdLst>
  <p:sldIdLst>
    <p:sldId id="261" r:id="rId14"/>
    <p:sldId id="262" r:id="rId15"/>
    <p:sldId id="258" r:id="rId16"/>
    <p:sldId id="277" r:id="rId17"/>
    <p:sldId id="278" r:id="rId18"/>
    <p:sldId id="265" r:id="rId19"/>
    <p:sldId id="279" r:id="rId20"/>
    <p:sldId id="282" r:id="rId21"/>
    <p:sldId id="280" r:id="rId22"/>
    <p:sldId id="281" r:id="rId23"/>
    <p:sldId id="267" r:id="rId24"/>
    <p:sldId id="268" r:id="rId25"/>
    <p:sldId id="269" r:id="rId26"/>
    <p:sldId id="270" r:id="rId27"/>
    <p:sldId id="271" r:id="rId28"/>
    <p:sldId id="273" r:id="rId29"/>
    <p:sldId id="274" r:id="rId30"/>
    <p:sldId id="272" r:id="rId31"/>
    <p:sldId id="276" r:id="rId32"/>
    <p:sldId id="275" r:id="rId33"/>
    <p:sldId id="266" r:id="rId34"/>
    <p:sldId id="264" r:id="rId35"/>
    <p:sldId id="260" r:id="rId36"/>
  </p:sldIdLst>
  <p:sldSz cx="12188825" cy="6858000"/>
  <p:notesSz cx="6797675" cy="9926638"/>
  <p:embeddedFontLst>
    <p:embeddedFont>
      <p:font typeface="AU Passata" panose="020B0604020202020204" charset="0"/>
      <p:regular r:id="rId39"/>
      <p:bold r:id="rId40"/>
    </p:embeddedFont>
    <p:embeddedFont>
      <p:font typeface="AU Passata Light" panose="020B0604020202020204" charset="0"/>
      <p:regular r:id="rId41"/>
      <p:bold r:id="rId42"/>
    </p:embeddedFont>
    <p:embeddedFont>
      <p:font typeface="AU Peto" panose="020B0604020202020204" charset="0"/>
      <p:regular r:id="rId43"/>
      <p:bold r:id="rId44"/>
    </p:embeddedFont>
    <p:embeddedFont>
      <p:font typeface="Cambria Math" panose="02040503050406030204" pitchFamily="18" charset="0"/>
      <p:regular r:id="rId45"/>
    </p:embeddedFont>
    <p:embeddedFont>
      <p:font typeface="Georgia" panose="02040502050405020303" pitchFamily="18" charset="0"/>
      <p:regular r:id="rId46"/>
      <p:bold r:id="rId47"/>
      <p:italic r:id="rId48"/>
      <p:boldItalic r:id="rId49"/>
    </p:embeddedFont>
  </p:embeddedFontLst>
  <p:defaultTextStyle>
    <a:defPPr>
      <a:defRPr lang="en-US"/>
    </a:defPPr>
    <a:lvl1pPr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1pPr>
    <a:lvl2pPr marL="609493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2pPr>
    <a:lvl3pPr marL="1218987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3pPr>
    <a:lvl4pPr marL="1828480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4pPr>
    <a:lvl5pPr marL="2437973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5pPr>
    <a:lvl6pPr marL="3047467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6pPr>
    <a:lvl7pPr marL="3656960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7pPr>
    <a:lvl8pPr marL="4266453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8pPr>
    <a:lvl9pPr marL="4875947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254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63" autoAdjust="0"/>
    <p:restoredTop sz="93457" autoAdjust="0"/>
  </p:normalViewPr>
  <p:slideViewPr>
    <p:cSldViewPr snapToObjects="1" showGuides="1">
      <p:cViewPr varScale="1">
        <p:scale>
          <a:sx n="103" d="100"/>
          <a:sy n="103" d="100"/>
        </p:scale>
        <p:origin x="1350" y="114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Objects="1">
      <p:cViewPr varScale="1">
        <p:scale>
          <a:sx n="87" d="100"/>
          <a:sy n="87" d="100"/>
        </p:scale>
        <p:origin x="3762" y="72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39" Type="http://schemas.openxmlformats.org/officeDocument/2006/relationships/font" Target="fonts/font1.fntdata"/><Relationship Id="rId21" Type="http://schemas.openxmlformats.org/officeDocument/2006/relationships/slide" Target="slides/slide8.xml"/><Relationship Id="rId34" Type="http://schemas.openxmlformats.org/officeDocument/2006/relationships/slide" Target="slides/slide21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presProps" Target="presProps.xml"/><Relationship Id="rId7" Type="http://schemas.openxmlformats.org/officeDocument/2006/relationships/customXml" Target="../customXml/item7.xml"/><Relationship Id="rId2" Type="http://schemas.openxmlformats.org/officeDocument/2006/relationships/customXml" Target="../customXml/item2.xml"/><Relationship Id="rId16" Type="http://schemas.openxmlformats.org/officeDocument/2006/relationships/slide" Target="slides/slide3.xml"/><Relationship Id="rId29" Type="http://schemas.openxmlformats.org/officeDocument/2006/relationships/slide" Target="slides/slide16.xml"/><Relationship Id="rId11" Type="http://schemas.openxmlformats.org/officeDocument/2006/relationships/customXml" Target="../customXml/item11.xml"/><Relationship Id="rId24" Type="http://schemas.openxmlformats.org/officeDocument/2006/relationships/slide" Target="slides/slide11.xml"/><Relationship Id="rId32" Type="http://schemas.openxmlformats.org/officeDocument/2006/relationships/slide" Target="slides/slide19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3" Type="http://schemas.openxmlformats.org/officeDocument/2006/relationships/tableStyles" Target="tableStyles.xml"/><Relationship Id="rId5" Type="http://schemas.openxmlformats.org/officeDocument/2006/relationships/customXml" Target="../customXml/item5.xml"/><Relationship Id="rId10" Type="http://schemas.openxmlformats.org/officeDocument/2006/relationships/customXml" Target="../customXml/item10.xml"/><Relationship Id="rId19" Type="http://schemas.openxmlformats.org/officeDocument/2006/relationships/slide" Target="slides/slide6.xml"/><Relationship Id="rId31" Type="http://schemas.openxmlformats.org/officeDocument/2006/relationships/slide" Target="slides/slide18.xml"/><Relationship Id="rId44" Type="http://schemas.openxmlformats.org/officeDocument/2006/relationships/font" Target="fonts/font6.fntdata"/><Relationship Id="rId52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slide" Target="slides/slide17.xml"/><Relationship Id="rId35" Type="http://schemas.openxmlformats.org/officeDocument/2006/relationships/slide" Target="slides/slide22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8" Type="http://schemas.openxmlformats.org/officeDocument/2006/relationships/customXml" Target="../customXml/item8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customXml" Target="../customXml/item12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slide" Target="slides/slide20.xml"/><Relationship Id="rId38" Type="http://schemas.openxmlformats.org/officeDocument/2006/relationships/handoutMaster" Target="handoutMasters/handoutMaster1.xml"/><Relationship Id="rId46" Type="http://schemas.openxmlformats.org/officeDocument/2006/relationships/font" Target="fonts/font8.fntdata"/><Relationship Id="rId20" Type="http://schemas.openxmlformats.org/officeDocument/2006/relationships/slide" Target="slides/slide7.xml"/><Relationship Id="rId41" Type="http://schemas.openxmlformats.org/officeDocument/2006/relationships/font" Target="fonts/font3.fntdata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36" Type="http://schemas.openxmlformats.org/officeDocument/2006/relationships/slide" Target="slides/slide23.xml"/><Relationship Id="rId49" Type="http://schemas.openxmlformats.org/officeDocument/2006/relationships/font" Target="fonts/font11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0443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99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99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0443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fld id="{88DF0C21-DE6B-488F-B9D9-B7FE08733B70}" type="slidenum">
              <a:rPr lang="en-GB"/>
              <a:pPr>
                <a:defRPr/>
              </a:pPr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158050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4538"/>
            <a:ext cx="6613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fld id="{72C160C3-3AB6-49C1-8001-AFDAD271EB5B}" type="slidenum">
              <a:rPr lang="en-GB"/>
              <a:pPr>
                <a:defRPr/>
              </a:pPr>
              <a:t>‹nr.›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503906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1pPr>
    <a:lvl2pPr marL="60949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2pPr>
    <a:lvl3pPr marL="1218987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3pPr>
    <a:lvl4pPr marL="182848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4pPr>
    <a:lvl5pPr marL="243797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2C160C3-3AB6-49C1-8001-AFDAD271EB5B}" type="slidenum">
              <a:rPr lang="en-GB"/>
              <a:pPr>
                <a:defRPr/>
              </a:pPr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21688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2C160C3-3AB6-49C1-8001-AFDAD271EB5B}" type="slidenum">
              <a:rPr lang="en-GB"/>
              <a:pPr>
                <a:defRPr/>
              </a:pPr>
              <a:t>23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3124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bin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emf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hidden="1"/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78417F83-4CBA-48F2-BAD0-783AE3701E32}" type="datetimeFigureOut">
              <a:rPr lang="da-DK" smtClean="0"/>
              <a:pPr/>
              <a:t>06-06-2026</a:t>
            </a:fld>
            <a:endParaRPr lang="da-DK" dirty="0"/>
          </a:p>
        </p:txBody>
      </p:sp>
      <p:sp>
        <p:nvSpPr>
          <p:cNvPr id="3" name="Footer Placeholder 2" hidden="1"/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endParaRPr lang="da-DK" dirty="0"/>
          </a:p>
        </p:txBody>
      </p:sp>
      <p:sp>
        <p:nvSpPr>
          <p:cNvPr id="15" name="TextBox 14"/>
          <p:cNvSpPr txBox="1"/>
          <p:nvPr userDrawn="1"/>
        </p:nvSpPr>
        <p:spPr>
          <a:xfrm>
            <a:off x="-1973598" y="3082506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da-DK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eller ord til</a:t>
            </a:r>
            <a:endParaRPr lang="da-DK"/>
          </a:p>
          <a:p>
            <a:pPr algn="r">
              <a:lnSpc>
                <a:spcPct val="100000"/>
              </a:lnSpc>
            </a:pPr>
            <a:r>
              <a:rPr lang="da-DK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AU Passata Bold</a:t>
            </a:r>
            <a:endParaRPr lang="da-DK" sz="4799" dirty="0"/>
          </a:p>
        </p:txBody>
      </p:sp>
      <p:pic>
        <p:nvPicPr>
          <p:cNvPr id="54" name="Farvet baggrund"/>
          <p:cNvPicPr preferRelativeResize="0"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</p:spPr>
      </p:pic>
      <p:pic>
        <p:nvPicPr>
          <p:cNvPr id="16" name="Au logo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" y="5997600"/>
            <a:ext cx="557569" cy="558000"/>
          </a:xfrm>
          <a:prstGeom prst="rect">
            <a:avLst/>
          </a:prstGeom>
        </p:spPr>
      </p:pic>
      <p:pic>
        <p:nvPicPr>
          <p:cNvPr id="18" name="Billede stre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200" y="5997600"/>
            <a:ext cx="71734" cy="557999"/>
          </a:xfrm>
          <a:prstGeom prst="rect">
            <a:avLst/>
          </a:prstGeom>
        </p:spPr>
      </p:pic>
      <p:sp>
        <p:nvSpPr>
          <p:cNvPr id="34819" name="Title 1"/>
          <p:cNvSpPr>
            <a:spLocks noGrp="1" noChangeArrowheads="1"/>
          </p:cNvSpPr>
          <p:nvPr>
            <p:ph type="ctrTitle"/>
          </p:nvPr>
        </p:nvSpPr>
        <p:spPr>
          <a:xfrm>
            <a:off x="985838" y="2482343"/>
            <a:ext cx="10220325" cy="1661993"/>
          </a:xfrm>
        </p:spPr>
        <p:txBody>
          <a:bodyPr wrap="square" anchor="ctr" anchorCtr="0">
            <a:spAutoFit/>
          </a:bodyPr>
          <a:lstStyle>
            <a:lvl1pPr>
              <a:lnSpc>
                <a:spcPct val="90000"/>
              </a:lnSpc>
              <a:defRPr sz="6000" baseline="0">
                <a:solidFill>
                  <a:schemeClr val="bg1"/>
                </a:solidFill>
                <a:latin typeface="AU Passata Light" panose="020B0303030902030804" pitchFamily="34" charset="0"/>
              </a:defRPr>
            </a:lvl1pPr>
          </a:lstStyle>
          <a:p>
            <a:r>
              <a:rPr lang="da-DK" dirty="0"/>
              <a:t>Click to edit Master title style</a:t>
            </a:r>
            <a:endParaRPr lang="da-DK"/>
          </a:p>
        </p:txBody>
      </p:sp>
      <p:sp>
        <p:nvSpPr>
          <p:cNvPr id="33" name="OFF_logo2Computed"/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endParaRPr lang="da-DK" sz="600" cap="all" spc="40" baseline="0" dirty="0">
              <a:solidFill>
                <a:schemeClr val="bg1"/>
              </a:solidFill>
              <a:latin typeface="AU Passata Light" pitchFamily="34" charset="0"/>
            </a:endParaRPr>
          </a:p>
        </p:txBody>
      </p:sp>
      <p:sp>
        <p:nvSpPr>
          <p:cNvPr id="5" name="Date_DateCustomA" descr="{&quot;templafy&quot;:{&quot;id&quot;:&quot;07caea8f-f210-46aa-b306-3076171569b2&quot;}}">
            <a:extLst>
              <a:ext uri="{FF2B5EF4-FFF2-40B4-BE49-F238E27FC236}">
                <a16:creationId xmlns:a16="http://schemas.microsoft.com/office/drawing/2014/main" id="{7F20FB0B-AB99-D1DA-4E1C-7C844AE4069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4752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da-DK" sz="700" b="0" cap="all" baseline="0" dirty="0">
                <a:solidFill>
                  <a:schemeClr val="bg1"/>
                </a:solidFill>
                <a:latin typeface="+mn-lt"/>
              </a:rPr>
              <a:t>15. juni 2026</a:t>
            </a:r>
          </a:p>
        </p:txBody>
      </p:sp>
      <p:sp>
        <p:nvSpPr>
          <p:cNvPr id="6" name="FLD_Event" descr="{&quot;templafy&quot;:{&quot;id&quot;:&quot;a8277224-1f32-4b13-9ad0-1f6f046b510f&quot;}}">
            <a:extLst>
              <a:ext uri="{FF2B5EF4-FFF2-40B4-BE49-F238E27FC236}">
                <a16:creationId xmlns:a16="http://schemas.microsoft.com/office/drawing/2014/main" id="{94FCB787-CF58-D24B-3F9C-4CF65869F2F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4476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3420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da-DK" sz="700" b="0" cap="all" baseline="0" dirty="0">
                <a:solidFill>
                  <a:schemeClr val="bg1"/>
                </a:solidFill>
                <a:latin typeface="+mn-lt"/>
              </a:rPr>
              <a:t>Master's defence</a:t>
            </a:r>
          </a:p>
        </p:txBody>
      </p:sp>
      <p:sp>
        <p:nvSpPr>
          <p:cNvPr id="36" name="USR_Title" descr="{&quot;templafy&quot;:{&quot;id&quot;:&quot;b9093ede-f8a8-4f02-a984-c7acfb0628ee&quot;}}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4752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da-DK" sz="700" b="0" cap="all" baseline="0" dirty="0">
                <a:solidFill>
                  <a:schemeClr val="bg1"/>
                </a:solidFill>
                <a:latin typeface="+mn-lt"/>
              </a:rPr>
              <a:t>Student</a:t>
            </a:r>
          </a:p>
        </p:txBody>
      </p:sp>
      <p:sp>
        <p:nvSpPr>
          <p:cNvPr id="37" name="USR_Name" descr="{&quot;templafy&quot;:{&quot;id&quot;:&quot;5b9ae2e7-b9c0-447e-82a2-c203a5209709&quot;}}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444040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3420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da-DK" sz="700" b="0" cap="all" baseline="0" dirty="0">
                <a:solidFill>
                  <a:schemeClr val="bg1"/>
                </a:solidFill>
                <a:latin typeface="+mn-lt"/>
              </a:rPr>
              <a:t>Karsten Walz Jensen</a:t>
            </a:r>
          </a:p>
        </p:txBody>
      </p:sp>
      <p:pic>
        <p:nvPicPr>
          <p:cNvPr id="1204405434" name="SecondaryLogo" descr="{&quot;templafy&quot;:{&quot;id&quot;:&quot;8b3d44c0-608e-482e-94ab-265db9854a3f&quot;}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6113" y="5999002"/>
            <a:ext cx="1659600" cy="558000"/>
          </a:xfrm>
          <a:prstGeom prst="rect">
            <a:avLst/>
          </a:prstGeom>
        </p:spPr>
      </p:pic>
      <p:sp>
        <p:nvSpPr>
          <p:cNvPr id="8" name="OFF_logo2Computed" descr="{&quot;templafy&quot;:{&quot;id&quot;:&quot;66da79b1-3c8e-4ecf-8cca-7f06e57a109c&quot;}}">
            <a:extLst>
              <a:ext uri="{FF2B5EF4-FFF2-40B4-BE49-F238E27FC236}">
                <a16:creationId xmlns:a16="http://schemas.microsoft.com/office/drawing/2014/main" id="{289B577B-AF3B-2A62-0411-5FD9FF3C420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r>
              <a:rPr lang="da-DK" sz="600" cap="all" spc="40" baseline="0" dirty="0">
                <a:solidFill>
                  <a:schemeClr val="bg1"/>
                </a:solidFill>
                <a:latin typeface="AU Passata Light" pitchFamily="34" charset="0"/>
              </a:rPr>
              <a:t>Aarhus Universitet</a:t>
            </a:r>
          </a:p>
        </p:txBody>
      </p:sp>
      <p:sp>
        <p:nvSpPr>
          <p:cNvPr id="9" name="OFF_logo1Computed" descr="{&quot;templafy&quot;:{&quot;id&quot;:&quot;792ceb35-74b2-4f4a-872c-6eda26ad0e3c&quot;}}">
            <a:extLst>
              <a:ext uri="{FF2B5EF4-FFF2-40B4-BE49-F238E27FC236}">
                <a16:creationId xmlns:a16="http://schemas.microsoft.com/office/drawing/2014/main" id="{066A6607-F6B4-2025-DA5F-AC4D1914151A}"/>
              </a:ext>
            </a:extLst>
          </p:cNvPr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da-DK" sz="1000" b="0" i="0" u="none" strike="noStrike" cap="all" normalizeH="0" baseline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Natural Sciences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‹nr.›</a:t>
            </a:fld>
            <a:endParaRPr lang="da-DK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hidden="1"/>
          <p:cNvSpPr>
            <a:spLocks noGrp="1" noRot="1" noMove="1" noResize="1" noEditPoints="1" noAdjustHandles="1" noChangeArrowheads="1" noChangeShapeType="1"/>
          </p:cNvSpPr>
          <p:nvPr>
            <p:ph type="dt" sz="half" idx="12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78417F83-4CBA-48F2-BAD0-783AE3701E32}" type="datetimeFigureOut">
              <a:rPr lang="da-DK" smtClean="0"/>
              <a:pPr/>
              <a:t>06-06-2026</a:t>
            </a:fld>
            <a:endParaRPr lang="da-DK" dirty="0"/>
          </a:p>
        </p:txBody>
      </p:sp>
      <p:sp>
        <p:nvSpPr>
          <p:cNvPr id="3" name="Footer Placeholder 2" hidden="1"/>
          <p:cNvSpPr>
            <a:spLocks noGrp="1" noRot="1" noMove="1" noResize="1" noEditPoints="1" noAdjustHandles="1" noChangeArrowheads="1" noChangeShapeType="1"/>
          </p:cNvSpPr>
          <p:nvPr>
            <p:ph type="ftr" sz="quarter" idx="13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endParaRPr lang="da-DK" dirty="0"/>
          </a:p>
        </p:txBody>
      </p:sp>
      <p:sp>
        <p:nvSpPr>
          <p:cNvPr id="22" name="TextBox 21"/>
          <p:cNvSpPr txBox="1"/>
          <p:nvPr userDrawn="1"/>
        </p:nvSpPr>
        <p:spPr>
          <a:xfrm>
            <a:off x="-2160355" y="2132856"/>
            <a:ext cx="2012649" cy="73866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>
              <a:lnSpc>
                <a:spcPct val="100000"/>
              </a:lnSpc>
            </a:pPr>
            <a:r>
              <a:rPr lang="da-DK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i overskriften </a:t>
            </a:r>
            <a:b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da-DK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til AU Passata bold</a:t>
            </a:r>
            <a:endParaRPr lang="da-DK" sz="4799" dirty="0"/>
          </a:p>
        </p:txBody>
      </p:sp>
      <p:sp>
        <p:nvSpPr>
          <p:cNvPr id="21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4799" dirty="0"/>
          </a:p>
        </p:txBody>
      </p:sp>
      <p:sp>
        <p:nvSpPr>
          <p:cNvPr id="19" name="White Top Rectangle"/>
          <p:cNvSpPr>
            <a:spLocks noChangeArrowheads="1"/>
          </p:cNvSpPr>
          <p:nvPr userDrawn="1"/>
        </p:nvSpPr>
        <p:spPr bwMode="auto">
          <a:xfrm>
            <a:off x="985838" y="3443622"/>
            <a:ext cx="648000" cy="46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da-DK" sz="4799" dirty="0"/>
          </a:p>
        </p:txBody>
      </p:sp>
      <p:pic>
        <p:nvPicPr>
          <p:cNvPr id="17" name="Au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" y="5997600"/>
            <a:ext cx="557569" cy="558000"/>
          </a:xfrm>
          <a:prstGeom prst="rect">
            <a:avLst/>
          </a:prstGeom>
        </p:spPr>
      </p:pic>
      <p:pic>
        <p:nvPicPr>
          <p:cNvPr id="23" name="Billede stre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200" y="5997600"/>
            <a:ext cx="71734" cy="557999"/>
          </a:xfrm>
          <a:prstGeom prst="rect">
            <a:avLst/>
          </a:prstGeom>
        </p:spPr>
      </p:pic>
      <p:sp>
        <p:nvSpPr>
          <p:cNvPr id="34819" name="Title 1"/>
          <p:cNvSpPr>
            <a:spLocks noGrp="1" noChangeArrowheads="1"/>
          </p:cNvSpPr>
          <p:nvPr>
            <p:ph type="ctrTitle"/>
          </p:nvPr>
        </p:nvSpPr>
        <p:spPr>
          <a:xfrm>
            <a:off x="981844" y="1520315"/>
            <a:ext cx="9543307" cy="1779553"/>
          </a:xfrm>
        </p:spPr>
        <p:txBody>
          <a:bodyPr wrap="square" anchor="b" anchorCtr="0">
            <a:noAutofit/>
          </a:bodyPr>
          <a:lstStyle>
            <a:lvl1pPr>
              <a:lnSpc>
                <a:spcPct val="90000"/>
              </a:lnSpc>
              <a:defRPr sz="6000" baseline="0">
                <a:solidFill>
                  <a:schemeClr val="bg1"/>
                </a:solidFill>
                <a:latin typeface="AU Passata Light" panose="020B0303030902030804" pitchFamily="34" charset="0"/>
              </a:defRPr>
            </a:lvl1pPr>
          </a:lstStyle>
          <a:p>
            <a:r>
              <a:rPr lang="da-DK" dirty="0"/>
              <a:t>Click to edit Master title style</a:t>
            </a:r>
            <a:endParaRPr lang="da-DK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985838" y="3715431"/>
            <a:ext cx="7161212" cy="1746085"/>
          </a:xfrm>
        </p:spPr>
        <p:txBody>
          <a:bodyPr/>
          <a:lstStyle>
            <a:lvl1pPr marL="0" indent="0">
              <a:lnSpc>
                <a:spcPct val="101000"/>
              </a:lnSpc>
              <a:buFontTx/>
              <a:buNone/>
              <a:defRPr sz="27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a-DK" dirty="0"/>
              <a:t>Click to edit Master text styles</a:t>
            </a:r>
            <a:endParaRPr lang="da-DK"/>
          </a:p>
        </p:txBody>
      </p:sp>
      <p:sp>
        <p:nvSpPr>
          <p:cNvPr id="8" name="Date_DateCustomA" descr="{&quot;templafy&quot;:{&quot;id&quot;:&quot;6f354c93-c798-4ba9-8ac3-fd677919f6d4&quot;}}">
            <a:extLst>
              <a:ext uri="{FF2B5EF4-FFF2-40B4-BE49-F238E27FC236}">
                <a16:creationId xmlns:a16="http://schemas.microsoft.com/office/drawing/2014/main" id="{249423E2-54F8-7094-38E5-785211867F3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4752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da-DK" sz="700" b="0" cap="all" baseline="0" dirty="0">
                <a:solidFill>
                  <a:schemeClr val="bg1"/>
                </a:solidFill>
                <a:latin typeface="+mn-lt"/>
              </a:rPr>
              <a:t>15. juni 2026</a:t>
            </a:r>
          </a:p>
        </p:txBody>
      </p:sp>
      <p:sp>
        <p:nvSpPr>
          <p:cNvPr id="7" name="FLD_Event" descr="{&quot;templafy&quot;:{&quot;id&quot;:&quot;1d1e319b-bee2-4df3-9881-3810f7297c02&quot;}}">
            <a:extLst>
              <a:ext uri="{FF2B5EF4-FFF2-40B4-BE49-F238E27FC236}">
                <a16:creationId xmlns:a16="http://schemas.microsoft.com/office/drawing/2014/main" id="{163F40E2-4217-07B0-ECD8-2A4A14C886B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4476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3420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da-DK" sz="700" b="0" cap="all" baseline="0" dirty="0">
                <a:solidFill>
                  <a:schemeClr val="bg1"/>
                </a:solidFill>
                <a:latin typeface="+mn-lt"/>
              </a:rPr>
              <a:t>Master's defence</a:t>
            </a:r>
          </a:p>
        </p:txBody>
      </p:sp>
      <p:sp>
        <p:nvSpPr>
          <p:cNvPr id="41" name="USR_Title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4752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endParaRPr lang="da-DK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2" name="USR_Name" descr="{&quot;templafy&quot;:{&quot;id&quot;:&quot;4c0bec3a-e649-499b-a9a8-276547db97b5&quot;}}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444040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3420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da-DK" sz="700" b="0" cap="all" baseline="0" dirty="0">
                <a:solidFill>
                  <a:schemeClr val="bg1"/>
                </a:solidFill>
                <a:latin typeface="+mn-lt"/>
              </a:rPr>
              <a:t>Karsten Walz Jensen</a:t>
            </a:r>
          </a:p>
        </p:txBody>
      </p:sp>
      <p:pic>
        <p:nvPicPr>
          <p:cNvPr id="1822298862" name="SecondaryLogo" descr="{&quot;templafy&quot;:{&quot;id&quot;:&quot;7b63a425-627c-4de1-973d-2cd70fe4e1ce&quot;}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113" y="5999002"/>
            <a:ext cx="1659600" cy="558000"/>
          </a:xfrm>
          <a:prstGeom prst="rect">
            <a:avLst/>
          </a:prstGeom>
        </p:spPr>
      </p:pic>
      <p:sp>
        <p:nvSpPr>
          <p:cNvPr id="9" name="OFF_logo2Computed" descr="{&quot;templafy&quot;:{&quot;id&quot;:&quot;5f7c3f31-b8cd-430b-a6c9-7f1b5ba6d31a&quot;}}">
            <a:extLst>
              <a:ext uri="{FF2B5EF4-FFF2-40B4-BE49-F238E27FC236}">
                <a16:creationId xmlns:a16="http://schemas.microsoft.com/office/drawing/2014/main" id="{4550AE95-0D19-942D-D04F-B30197C47EB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r>
              <a:rPr lang="da-DK" sz="600" cap="all" spc="40" baseline="0" dirty="0">
                <a:solidFill>
                  <a:schemeClr val="bg1"/>
                </a:solidFill>
                <a:latin typeface="AU Passata Light" pitchFamily="34" charset="0"/>
              </a:rPr>
              <a:t>Aarhus Universitet</a:t>
            </a:r>
          </a:p>
        </p:txBody>
      </p:sp>
      <p:sp>
        <p:nvSpPr>
          <p:cNvPr id="10" name="OFF_logo1Computed" descr="{&quot;templafy&quot;:{&quot;id&quot;:&quot;83e6068b-23fc-462f-b087-7e013c912135&quot;}}">
            <a:extLst>
              <a:ext uri="{FF2B5EF4-FFF2-40B4-BE49-F238E27FC236}">
                <a16:creationId xmlns:a16="http://schemas.microsoft.com/office/drawing/2014/main" id="{7E45388B-77A2-F799-5C73-3DBEF86FEF0E}"/>
              </a:ext>
            </a:extLst>
          </p:cNvPr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da-DK" sz="1000" b="0" i="0" u="none" strike="noStrike" cap="all" normalizeH="0" baseline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Natural Sciences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>
          <a:xfrm>
            <a:off x="11807992" y="6581497"/>
            <a:ext cx="252000" cy="1354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127008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no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hidden="1"/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78417F83-4CBA-48F2-BAD0-783AE3701E32}" type="datetimeFigureOut">
              <a:rPr lang="da-DK" smtClean="0"/>
              <a:pPr/>
              <a:t>06-06-2026</a:t>
            </a:fld>
            <a:endParaRPr lang="da-DK" dirty="0"/>
          </a:p>
        </p:txBody>
      </p:sp>
      <p:sp>
        <p:nvSpPr>
          <p:cNvPr id="3" name="Footer Placeholder 2" hidden="1"/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endParaRPr lang="da-DK" dirty="0"/>
          </a:p>
        </p:txBody>
      </p:sp>
      <p:sp>
        <p:nvSpPr>
          <p:cNvPr id="14" name="TextBox 13"/>
          <p:cNvSpPr txBox="1"/>
          <p:nvPr userDrawn="1"/>
        </p:nvSpPr>
        <p:spPr>
          <a:xfrm>
            <a:off x="-1973598" y="3082506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da-DK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eller ord til</a:t>
            </a:r>
            <a:endParaRPr lang="da-DK"/>
          </a:p>
          <a:p>
            <a:pPr algn="r">
              <a:lnSpc>
                <a:spcPct val="100000"/>
              </a:lnSpc>
            </a:pPr>
            <a:r>
              <a:rPr lang="da-DK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AU Passata Bold</a:t>
            </a:r>
            <a:endParaRPr lang="da-DK" sz="4799" dirty="0"/>
          </a:p>
        </p:txBody>
      </p:sp>
      <p:sp>
        <p:nvSpPr>
          <p:cNvPr id="22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4799" dirty="0"/>
          </a:p>
        </p:txBody>
      </p:sp>
      <p:pic>
        <p:nvPicPr>
          <p:cNvPr id="17" name="Au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" y="5997600"/>
            <a:ext cx="557569" cy="558000"/>
          </a:xfrm>
          <a:prstGeom prst="rect">
            <a:avLst/>
          </a:prstGeom>
        </p:spPr>
      </p:pic>
      <p:pic>
        <p:nvPicPr>
          <p:cNvPr id="23" name="Billede 2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200" y="5997600"/>
            <a:ext cx="71734" cy="557999"/>
          </a:xfrm>
          <a:prstGeom prst="rect">
            <a:avLst/>
          </a:prstGeom>
        </p:spPr>
      </p:pic>
      <p:sp>
        <p:nvSpPr>
          <p:cNvPr id="34819" name="Title 1"/>
          <p:cNvSpPr>
            <a:spLocks noGrp="1" noChangeArrowheads="1"/>
          </p:cNvSpPr>
          <p:nvPr>
            <p:ph type="ctrTitle"/>
          </p:nvPr>
        </p:nvSpPr>
        <p:spPr>
          <a:xfrm>
            <a:off x="985838" y="2482343"/>
            <a:ext cx="10220325" cy="1661993"/>
          </a:xfrm>
        </p:spPr>
        <p:txBody>
          <a:bodyPr wrap="square" anchor="ctr" anchorCtr="0">
            <a:spAutoFit/>
          </a:bodyPr>
          <a:lstStyle>
            <a:lvl1pPr>
              <a:lnSpc>
                <a:spcPct val="90000"/>
              </a:lnSpc>
              <a:defRPr sz="6000" baseline="0">
                <a:solidFill>
                  <a:schemeClr val="bg1"/>
                </a:solidFill>
                <a:latin typeface="AU Passata Light" panose="020B0303030902030804" pitchFamily="34" charset="0"/>
              </a:defRPr>
            </a:lvl1pPr>
          </a:lstStyle>
          <a:p>
            <a:r>
              <a:rPr lang="da-DK" dirty="0"/>
              <a:t>Click to edit Master title style</a:t>
            </a:r>
            <a:endParaRPr lang="da-DK"/>
          </a:p>
        </p:txBody>
      </p:sp>
      <p:sp>
        <p:nvSpPr>
          <p:cNvPr id="7" name="Date_DateCustomA" descr="{&quot;templafy&quot;:{&quot;id&quot;:&quot;d2c807bf-c20a-4e6d-a799-6fcff6951647&quot;}}">
            <a:extLst>
              <a:ext uri="{FF2B5EF4-FFF2-40B4-BE49-F238E27FC236}">
                <a16:creationId xmlns:a16="http://schemas.microsoft.com/office/drawing/2014/main" id="{79F28AD6-C756-3FA9-8D35-B9ED537E5DD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4752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da-DK" sz="700" b="0" cap="all" baseline="0" dirty="0">
                <a:solidFill>
                  <a:schemeClr val="bg1"/>
                </a:solidFill>
                <a:latin typeface="+mn-lt"/>
              </a:rPr>
              <a:t>15. juni 2026</a:t>
            </a:r>
          </a:p>
        </p:txBody>
      </p:sp>
      <p:sp>
        <p:nvSpPr>
          <p:cNvPr id="6" name="FLD_Event" descr="{&quot;templafy&quot;:{&quot;id&quot;:&quot;a73d03e7-4f3f-4aa5-97fe-5cd33606c1c3&quot;}}">
            <a:extLst>
              <a:ext uri="{FF2B5EF4-FFF2-40B4-BE49-F238E27FC236}">
                <a16:creationId xmlns:a16="http://schemas.microsoft.com/office/drawing/2014/main" id="{57887568-1188-7AD6-FE68-DD94BB3E074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4476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3420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da-DK" sz="700" b="0" cap="all" baseline="0" dirty="0">
                <a:solidFill>
                  <a:schemeClr val="bg1"/>
                </a:solidFill>
                <a:latin typeface="+mn-lt"/>
              </a:rPr>
              <a:t>Master's defence</a:t>
            </a:r>
          </a:p>
        </p:txBody>
      </p:sp>
      <p:sp>
        <p:nvSpPr>
          <p:cNvPr id="28" name="USR_Title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4752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endParaRPr lang="da-DK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9" name="USR_Name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444040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3420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endParaRPr lang="da-DK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2061607644" name="SecondaryLogo" descr="{&quot;templafy&quot;:{&quot;id&quot;:&quot;8af0f282-0d34-48a1-86b8-ed605fc649c7&quot;}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6113" y="5999002"/>
            <a:ext cx="1659600" cy="558000"/>
          </a:xfrm>
          <a:prstGeom prst="rect">
            <a:avLst/>
          </a:prstGeom>
        </p:spPr>
      </p:pic>
      <p:sp>
        <p:nvSpPr>
          <p:cNvPr id="11" name="OFF_logo2Computed" descr="{&quot;templafy&quot;:{&quot;id&quot;:&quot;a807b095-5570-4fae-855d-6e3bdcf63943&quot;}}">
            <a:extLst>
              <a:ext uri="{FF2B5EF4-FFF2-40B4-BE49-F238E27FC236}">
                <a16:creationId xmlns:a16="http://schemas.microsoft.com/office/drawing/2014/main" id="{A3243EC3-3157-0FCB-B9C5-4D04D60102D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r>
              <a:rPr lang="da-DK" sz="600" cap="all" spc="40" baseline="0" dirty="0">
                <a:solidFill>
                  <a:schemeClr val="bg1"/>
                </a:solidFill>
                <a:latin typeface="AU Passata Light" pitchFamily="34" charset="0"/>
              </a:rPr>
              <a:t>Aarhus Universitet</a:t>
            </a:r>
          </a:p>
        </p:txBody>
      </p:sp>
      <p:sp>
        <p:nvSpPr>
          <p:cNvPr id="12" name="OFF_logo1Computed" descr="{&quot;templafy&quot;:{&quot;id&quot;:&quot;6681ad5b-db83-4810-b13c-3cb68ee472ad&quot;}}">
            <a:extLst>
              <a:ext uri="{FF2B5EF4-FFF2-40B4-BE49-F238E27FC236}">
                <a16:creationId xmlns:a16="http://schemas.microsoft.com/office/drawing/2014/main" id="{295F1ED3-E7A6-8E03-3171-374E099942CC}"/>
              </a:ext>
            </a:extLst>
          </p:cNvPr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da-DK" sz="1000" b="0" i="0" u="none" strike="noStrike" cap="all" normalizeH="0" baseline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Natural Sciences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00739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Click to edit Master title style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5838" y="1960079"/>
            <a:ext cx="10220325" cy="3937484"/>
          </a:xfrm>
        </p:spPr>
        <p:txBody>
          <a:bodyPr/>
          <a:lstStyle>
            <a:lvl1pPr marL="0" indent="0">
              <a:buFont typeface="Calibri" panose="020F0502020204030204" pitchFamily="34" charset="0"/>
              <a:buChar char="​"/>
              <a:defRPr/>
            </a:lvl1pPr>
          </a:lstStyle>
          <a:p>
            <a:pPr lvl="0"/>
            <a:r>
              <a:rPr lang="da-DK" dirty="0"/>
              <a:t>Click to edit Master text styles</a:t>
            </a:r>
            <a:endParaRPr lang="da-DK"/>
          </a:p>
          <a:p>
            <a:pPr lvl="1"/>
            <a:r>
              <a:rPr lang="da-DK" dirty="0"/>
              <a:t>Second level</a:t>
            </a:r>
            <a:endParaRPr lang="da-DK"/>
          </a:p>
          <a:p>
            <a:pPr lvl="2"/>
            <a:r>
              <a:rPr lang="da-DK" dirty="0"/>
              <a:t>Third level</a:t>
            </a:r>
            <a:endParaRPr lang="da-DK"/>
          </a:p>
          <a:p>
            <a:pPr lvl="3"/>
            <a:r>
              <a:rPr lang="da-DK" dirty="0"/>
              <a:t>Fourth level</a:t>
            </a:r>
            <a:endParaRPr lang="da-DK"/>
          </a:p>
          <a:p>
            <a:pPr lvl="4"/>
            <a:r>
              <a:rPr lang="da-DK" dirty="0"/>
              <a:t>Fifth level</a:t>
            </a:r>
            <a:endParaRPr lang="da-DK"/>
          </a:p>
        </p:txBody>
      </p:sp>
      <p:sp>
        <p:nvSpPr>
          <p:cNvPr id="5" name="TextBox 4"/>
          <p:cNvSpPr txBox="1"/>
          <p:nvPr userDrawn="1"/>
        </p:nvSpPr>
        <p:spPr>
          <a:xfrm>
            <a:off x="-1973598" y="340161"/>
            <a:ext cx="1825892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da-DK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to</a:t>
            </a:r>
            <a:r>
              <a:rPr lang="da-DK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 linjer </a:t>
            </a:r>
            <a:endParaRPr lang="da-DK"/>
          </a:p>
          <a:p>
            <a:pPr algn="r">
              <a:lnSpc>
                <a:spcPct val="100000"/>
              </a:lnSpc>
            </a:pPr>
            <a:r>
              <a:rPr lang="da-DK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til</a:t>
            </a:r>
            <a:endParaRPr lang="da-DK"/>
          </a:p>
          <a:p>
            <a:pPr algn="r">
              <a:lnSpc>
                <a:spcPct val="100000"/>
              </a:lnSpc>
            </a:pPr>
            <a:r>
              <a:rPr lang="da-DK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AU Passata Bold</a:t>
            </a:r>
            <a:endParaRPr lang="da-DK" sz="4799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‹nr.›</a:t>
            </a:fld>
            <a:endParaRPr lang="da-DK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da-DK" smtClean="0"/>
              <a:pPr/>
              <a:t>06-06-2026</a:t>
            </a:fld>
            <a:endParaRPr lang="da-DK" dirty="0"/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line title and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vid baggrund"/>
          <p:cNvSpPr/>
          <p:nvPr userDrawn="1"/>
        </p:nvSpPr>
        <p:spPr bwMode="auto">
          <a:xfrm>
            <a:off x="0" y="-1"/>
            <a:ext cx="12193200" cy="5894387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6" name="Black Rectangle"/>
          <p:cNvSpPr/>
          <p:nvPr userDrawn="1"/>
        </p:nvSpPr>
        <p:spPr>
          <a:xfrm>
            <a:off x="990000" y="1045684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4799" dirty="0"/>
          </a:p>
          <a:p>
            <a:pPr algn="ctr"/>
            <a:endParaRPr lang="da-DK" sz="4799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15913" y="228627"/>
            <a:ext cx="11556000" cy="752101"/>
          </a:xfrm>
        </p:spPr>
        <p:txBody>
          <a:bodyPr anchor="t" anchorCtr="0"/>
          <a:lstStyle/>
          <a:p>
            <a:r>
              <a:rPr lang="da-DK" dirty="0"/>
              <a:t>Click to edit Master title style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5838" y="1373021"/>
            <a:ext cx="10220325" cy="4521366"/>
          </a:xfrm>
        </p:spPr>
        <p:txBody>
          <a:bodyPr/>
          <a:lstStyle>
            <a:lvl1pPr marL="0" indent="0">
              <a:buFont typeface="Calibri" panose="020F0502020204030204" pitchFamily="34" charset="0"/>
              <a:buChar char="​"/>
              <a:defRPr/>
            </a:lvl1pPr>
          </a:lstStyle>
          <a:p>
            <a:pPr lvl="0"/>
            <a:r>
              <a:rPr lang="da-DK" dirty="0"/>
              <a:t>Click to edit Master text styles</a:t>
            </a:r>
            <a:endParaRPr lang="da-DK"/>
          </a:p>
          <a:p>
            <a:pPr lvl="1"/>
            <a:r>
              <a:rPr lang="da-DK" dirty="0"/>
              <a:t>Second level</a:t>
            </a:r>
            <a:endParaRPr lang="da-DK"/>
          </a:p>
          <a:p>
            <a:pPr lvl="2"/>
            <a:r>
              <a:rPr lang="da-DK" dirty="0"/>
              <a:t>Third level</a:t>
            </a:r>
            <a:endParaRPr lang="da-DK"/>
          </a:p>
          <a:p>
            <a:pPr lvl="3"/>
            <a:r>
              <a:rPr lang="da-DK" dirty="0"/>
              <a:t>Fourth level</a:t>
            </a:r>
            <a:endParaRPr lang="da-DK"/>
          </a:p>
          <a:p>
            <a:pPr lvl="4"/>
            <a:r>
              <a:rPr lang="da-DK" dirty="0"/>
              <a:t>Fifth level</a:t>
            </a:r>
            <a:endParaRPr lang="da-DK"/>
          </a:p>
        </p:txBody>
      </p:sp>
      <p:sp>
        <p:nvSpPr>
          <p:cNvPr id="18" name="TextBox 17"/>
          <p:cNvSpPr txBox="1"/>
          <p:nvPr userDrawn="1"/>
        </p:nvSpPr>
        <p:spPr>
          <a:xfrm>
            <a:off x="-1973598" y="340161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da-DK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én linje</a:t>
            </a:r>
            <a:endParaRPr lang="da-DK"/>
          </a:p>
          <a:p>
            <a:pPr algn="r">
              <a:lnSpc>
                <a:spcPct val="100000"/>
              </a:lnSpc>
            </a:pPr>
            <a:r>
              <a:rPr lang="da-DK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Light eller AU Passata Bold</a:t>
            </a:r>
            <a:endParaRPr lang="da-DK" sz="4799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‹nr.›</a:t>
            </a:fld>
            <a:endParaRPr lang="da-DK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da-DK" smtClean="0"/>
              <a:pPr/>
              <a:t>06-06-2026</a:t>
            </a:fld>
            <a:endParaRPr lang="da-DK" dirty="0"/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997128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5" userDrawn="1">
          <p15:clr>
            <a:srgbClr val="00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Hvid baggrund"/>
          <p:cNvSpPr/>
          <p:nvPr userDrawn="1"/>
        </p:nvSpPr>
        <p:spPr bwMode="auto">
          <a:xfrm>
            <a:off x="0" y="0"/>
            <a:ext cx="12193200" cy="5911200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5" name="Black Rectangle"/>
          <p:cNvSpPr/>
          <p:nvPr userDrawn="1"/>
        </p:nvSpPr>
        <p:spPr>
          <a:xfrm>
            <a:off x="990000" y="1045684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4799" dirty="0"/>
          </a:p>
          <a:p>
            <a:pPr algn="ctr"/>
            <a:endParaRPr lang="da-DK" sz="4799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16800" y="230400"/>
            <a:ext cx="5644263" cy="752400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da-DK" dirty="0"/>
              <a:t>Insert title</a:t>
            </a:r>
            <a:endParaRPr lang="da-DK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985838" y="1371600"/>
            <a:ext cx="4975225" cy="4525964"/>
          </a:xfrm>
        </p:spPr>
        <p:txBody>
          <a:bodyPr/>
          <a:lstStyle>
            <a:lvl1pPr marL="0" indent="0">
              <a:buFont typeface="Calibri" panose="020F0502020204030204" pitchFamily="34" charset="0"/>
              <a:buChar char="​"/>
              <a:defRPr/>
            </a:lvl1pPr>
          </a:lstStyle>
          <a:p>
            <a:pPr lvl="0"/>
            <a:r>
              <a:rPr lang="da-DK" dirty="0"/>
              <a:t>Click to edit Master text styles</a:t>
            </a:r>
            <a:endParaRPr lang="da-DK"/>
          </a:p>
          <a:p>
            <a:pPr lvl="1"/>
            <a:r>
              <a:rPr lang="da-DK" dirty="0"/>
              <a:t>Second level</a:t>
            </a:r>
            <a:endParaRPr lang="da-DK"/>
          </a:p>
          <a:p>
            <a:pPr lvl="2"/>
            <a:r>
              <a:rPr lang="da-DK" dirty="0"/>
              <a:t>Third level</a:t>
            </a:r>
            <a:endParaRPr lang="da-DK"/>
          </a:p>
          <a:p>
            <a:pPr lvl="3"/>
            <a:r>
              <a:rPr lang="da-DK" dirty="0"/>
              <a:t>Fourth level</a:t>
            </a:r>
            <a:endParaRPr lang="da-DK"/>
          </a:p>
          <a:p>
            <a:pPr lvl="4"/>
            <a:r>
              <a:rPr lang="da-DK" dirty="0"/>
              <a:t>Fifth level</a:t>
            </a:r>
            <a:endParaRPr lang="da-DK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6230198" y="315913"/>
            <a:ext cx="5644110" cy="5581650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r>
              <a:rPr lang="da-DK" dirty="0"/>
              <a:t>Click here and add image via Templafy Image Library</a:t>
            </a:r>
            <a:endParaRPr lang="da-DK"/>
          </a:p>
        </p:txBody>
      </p:sp>
      <p:sp>
        <p:nvSpPr>
          <p:cNvPr id="9" name="TextBox 8"/>
          <p:cNvSpPr txBox="1"/>
          <p:nvPr userDrawn="1"/>
        </p:nvSpPr>
        <p:spPr>
          <a:xfrm>
            <a:off x="-1973598" y="340161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da-DK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én linje</a:t>
            </a:r>
            <a:endParaRPr lang="da-DK"/>
          </a:p>
          <a:p>
            <a:pPr algn="r">
              <a:lnSpc>
                <a:spcPct val="100000"/>
              </a:lnSpc>
            </a:pPr>
            <a:r>
              <a:rPr lang="da-DK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Light eller AU Passata Bold</a:t>
            </a:r>
            <a:endParaRPr lang="da-DK" sz="4799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7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‹nr.›</a:t>
            </a:fld>
            <a:endParaRPr lang="da-DK" dirty="0"/>
          </a:p>
        </p:txBody>
      </p:sp>
      <p:sp>
        <p:nvSpPr>
          <p:cNvPr id="5" name="Date Placeholder 4" hidden="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8417F83-4CBA-48F2-BAD0-783AE3701E32}" type="datetimeFigureOut">
              <a:rPr lang="da-DK" smtClean="0"/>
              <a:pPr/>
              <a:t>06-06-2026</a:t>
            </a:fld>
            <a:endParaRPr lang="da-DK" dirty="0"/>
          </a:p>
        </p:txBody>
      </p:sp>
      <p:sp>
        <p:nvSpPr>
          <p:cNvPr id="6" name="Footer Placeholder 5" hidden="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9997871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4" userDrawn="1">
          <p15:clr>
            <a:srgbClr val="A4A3A4"/>
          </p15:clr>
        </p15:guide>
        <p15:guide id="2" pos="3755" userDrawn="1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sonal infor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Hvid baggrund"/>
          <p:cNvSpPr/>
          <p:nvPr userDrawn="1"/>
        </p:nvSpPr>
        <p:spPr bwMode="auto">
          <a:xfrm>
            <a:off x="0" y="0"/>
            <a:ext cx="12193200" cy="5911011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5" name="Black Rectangle"/>
          <p:cNvSpPr/>
          <p:nvPr userDrawn="1"/>
        </p:nvSpPr>
        <p:spPr>
          <a:xfrm>
            <a:off x="1001075" y="2694542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4799" dirty="0"/>
          </a:p>
          <a:p>
            <a:pPr algn="ctr"/>
            <a:endParaRPr lang="da-DK" sz="4799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5838" y="1484784"/>
            <a:ext cx="4975225" cy="971980"/>
          </a:xfrm>
        </p:spPr>
        <p:txBody>
          <a:bodyPr anchor="b" anchorCtr="0"/>
          <a:lstStyle>
            <a:lvl1pPr>
              <a:lnSpc>
                <a:spcPct val="95000"/>
              </a:lnSpc>
              <a:defRPr sz="3000">
                <a:latin typeface="+mn-lt"/>
              </a:defRPr>
            </a:lvl1pPr>
          </a:lstStyle>
          <a:p>
            <a:r>
              <a:rPr lang="da-DK" dirty="0"/>
              <a:t>Click to edit Master title style</a:t>
            </a:r>
            <a:endParaRPr lang="da-DK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985838" y="3010711"/>
            <a:ext cx="4975225" cy="1858449"/>
          </a:xfrm>
        </p:spPr>
        <p:txBody>
          <a:bodyPr/>
          <a:lstStyle>
            <a:lvl1pPr marL="0" indent="0">
              <a:buFont typeface="Calibri" panose="020F0502020204030204" pitchFamily="34" charset="0"/>
              <a:buChar char="​"/>
              <a:defRPr/>
            </a:lvl1pPr>
            <a:lvl5pPr>
              <a:defRPr/>
            </a:lvl5pPr>
          </a:lstStyle>
          <a:p>
            <a:pPr lvl="0"/>
            <a:r>
              <a:rPr lang="da-DK" dirty="0"/>
              <a:t>Click to edit Master text styles</a:t>
            </a:r>
            <a:endParaRPr lang="da-DK"/>
          </a:p>
          <a:p>
            <a:pPr lvl="1"/>
            <a:r>
              <a:rPr lang="da-DK" dirty="0"/>
              <a:t>Second level</a:t>
            </a:r>
            <a:endParaRPr lang="da-DK"/>
          </a:p>
          <a:p>
            <a:pPr lvl="2"/>
            <a:r>
              <a:rPr lang="da-DK" dirty="0"/>
              <a:t>Third level</a:t>
            </a:r>
            <a:endParaRPr lang="da-DK"/>
          </a:p>
          <a:p>
            <a:pPr lvl="3"/>
            <a:r>
              <a:rPr lang="da-DK" dirty="0"/>
              <a:t>Fourth level</a:t>
            </a:r>
            <a:endParaRPr lang="da-DK"/>
          </a:p>
          <a:p>
            <a:pPr lvl="4"/>
            <a:r>
              <a:rPr lang="da-DK" dirty="0"/>
              <a:t>Fifth level</a:t>
            </a:r>
            <a:endParaRPr lang="da-DK"/>
          </a:p>
          <a:p>
            <a:pPr lvl="5"/>
            <a:r>
              <a:rPr lang="da-DK" dirty="0"/>
              <a:t>6</a:t>
            </a:r>
            <a:endParaRPr lang="da-DK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6231600" y="315913"/>
            <a:ext cx="5644800" cy="5583600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r>
              <a:rPr lang="da-DK" dirty="0"/>
              <a:t>Click here and add image via Templafy Image Library</a:t>
            </a:r>
            <a:endParaRPr lang="da-DK"/>
          </a:p>
        </p:txBody>
      </p:sp>
      <p:sp>
        <p:nvSpPr>
          <p:cNvPr id="9" name="TextBox 8"/>
          <p:cNvSpPr txBox="1"/>
          <p:nvPr userDrawn="1"/>
        </p:nvSpPr>
        <p:spPr>
          <a:xfrm>
            <a:off x="-1973598" y="1780882"/>
            <a:ext cx="18258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da-DK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to</a:t>
            </a:r>
            <a:r>
              <a:rPr lang="da-DK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 linjer</a:t>
            </a:r>
            <a:endParaRPr lang="da-DK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7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‹nr.›</a:t>
            </a:fld>
            <a:endParaRPr lang="da-DK" dirty="0"/>
          </a:p>
        </p:txBody>
      </p:sp>
      <p:sp>
        <p:nvSpPr>
          <p:cNvPr id="5" name="Date Placeholder 4" hidden="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8417F83-4CBA-48F2-BAD0-783AE3701E32}" type="datetimeFigureOut">
              <a:rPr lang="da-DK" smtClean="0"/>
              <a:pPr/>
              <a:t>06-06-2026</a:t>
            </a:fld>
            <a:endParaRPr lang="da-DK" dirty="0"/>
          </a:p>
        </p:txBody>
      </p:sp>
      <p:sp>
        <p:nvSpPr>
          <p:cNvPr id="6" name="Footer Placeholder 5" hidden="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270316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0" userDrawn="1">
          <p15:clr>
            <a:srgbClr val="A4A3A4"/>
          </p15:clr>
        </p15:guide>
        <p15:guide id="2" pos="3755" userDrawn="1">
          <p15:clr>
            <a:srgbClr val="A4A3A4"/>
          </p15:clr>
        </p15:guide>
        <p15:guide id="3" orient="horz" pos="3069" userDrawn="1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"/>
          <p:cNvSpPr>
            <a:spLocks noGrp="1"/>
          </p:cNvSpPr>
          <p:nvPr>
            <p:ph type="pic" sz="quarter" idx="11" hasCustomPrompt="1"/>
          </p:nvPr>
        </p:nvSpPr>
        <p:spPr>
          <a:xfrm>
            <a:off x="316800" y="316800"/>
            <a:ext cx="11559600" cy="55836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da-DK" dirty="0"/>
              <a:t>Click here and add image via Templafy Image Library</a:t>
            </a:r>
            <a:endParaRPr lang="da-DK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4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‹nr.›</a:t>
            </a:fld>
            <a:endParaRPr lang="da-DK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78417F83-4CBA-48F2-BAD0-783AE3701E32}" type="datetimeFigureOut">
              <a:rPr lang="da-DK" smtClean="0"/>
              <a:pPr/>
              <a:t>06-06-2026</a:t>
            </a:fld>
            <a:endParaRPr lang="da-DK" dirty="0"/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077618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"/>
          <p:cNvSpPr>
            <a:spLocks noGrp="1"/>
          </p:cNvSpPr>
          <p:nvPr>
            <p:ph type="pic" sz="quarter" idx="11" hasCustomPrompt="1"/>
          </p:nvPr>
        </p:nvSpPr>
        <p:spPr>
          <a:xfrm>
            <a:off x="316800" y="316800"/>
            <a:ext cx="5644800" cy="55836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da-DK" dirty="0"/>
              <a:t>Click here and add image via Templafy Image Library</a:t>
            </a:r>
            <a:endParaRPr lang="da-DK"/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6231600" y="316800"/>
            <a:ext cx="5644800" cy="55836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da-DK" dirty="0"/>
              <a:t>Click here and add image via Templafy Image Library</a:t>
            </a:r>
            <a:endParaRPr lang="da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‹nr.›</a:t>
            </a:fld>
            <a:endParaRPr lang="da-DK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8417F83-4CBA-48F2-BAD0-783AE3701E32}" type="datetimeFigureOut">
              <a:rPr lang="da-DK" smtClean="0"/>
              <a:pPr/>
              <a:t>06-06-2026</a:t>
            </a:fld>
            <a:endParaRPr lang="da-DK" dirty="0"/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087004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4" userDrawn="1">
          <p15:clr>
            <a:srgbClr val="A4A3A4"/>
          </p15:clr>
        </p15:guide>
        <p15:guide id="2" pos="3754" userDrawn="1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"/>
          <p:cNvSpPr>
            <a:spLocks noGrp="1"/>
          </p:cNvSpPr>
          <p:nvPr>
            <p:ph type="pic" sz="quarter" idx="11" hasCustomPrompt="1"/>
          </p:nvPr>
        </p:nvSpPr>
        <p:spPr>
          <a:xfrm>
            <a:off x="316800" y="316800"/>
            <a:ext cx="5644800" cy="26532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da-DK" dirty="0"/>
              <a:t>Click here and add image via Templafy Image Library</a:t>
            </a:r>
            <a:endParaRPr lang="da-DK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316800" y="3237372"/>
            <a:ext cx="5644800" cy="26532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da-DK" dirty="0"/>
              <a:t>Click here and add image via Templafy Image Library</a:t>
            </a:r>
            <a:endParaRPr lang="da-DK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2" hasCustomPrompt="1"/>
          </p:nvPr>
        </p:nvSpPr>
        <p:spPr>
          <a:xfrm>
            <a:off x="6231600" y="316800"/>
            <a:ext cx="5644800" cy="55836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da-DK" dirty="0"/>
              <a:t>Click here and add image via Templafy Image Library</a:t>
            </a:r>
            <a:endParaRPr lang="da-DK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‹nr.›</a:t>
            </a:fld>
            <a:endParaRPr lang="da-DK" dirty="0"/>
          </a:p>
        </p:txBody>
      </p:sp>
      <p:sp>
        <p:nvSpPr>
          <p:cNvPr id="8" name="Date Placeholder 7" hidden="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8417F83-4CBA-48F2-BAD0-783AE3701E32}" type="datetimeFigureOut">
              <a:rPr lang="da-DK" smtClean="0"/>
              <a:pPr/>
              <a:t>06-06-2026</a:t>
            </a:fld>
            <a:endParaRPr lang="da-DK" dirty="0"/>
          </a:p>
        </p:txBody>
      </p:sp>
      <p:sp>
        <p:nvSpPr>
          <p:cNvPr id="9" name="Footer Placeholder 8" hidden="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260751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2" userDrawn="1">
          <p15:clr>
            <a:srgbClr val="A4A3A4"/>
          </p15:clr>
        </p15:guide>
        <p15:guide id="2" pos="3755" userDrawn="1">
          <p15:clr>
            <a:srgbClr val="A4A3A4"/>
          </p15:clr>
        </p15:guide>
        <p15:guide id="3" orient="horz" pos="2039" userDrawn="1">
          <p15:clr>
            <a:srgbClr val="A4A3A4"/>
          </p15:clr>
        </p15:guide>
        <p15:guide id="4" orient="horz" pos="1872" userDrawn="1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>
          <a:xfrm>
            <a:off x="316800" y="316800"/>
            <a:ext cx="5644800" cy="55836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da-DK" dirty="0"/>
              <a:t>Click here and add image via Templafy Image Library</a:t>
            </a:r>
            <a:endParaRPr lang="da-DK"/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6231600" y="316800"/>
            <a:ext cx="5644800" cy="26532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da-DK" dirty="0"/>
              <a:t>Click here and add image via Templafy Image Library</a:t>
            </a:r>
            <a:endParaRPr lang="da-DK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6231600" y="3237372"/>
            <a:ext cx="5644800" cy="26532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da-DK" dirty="0"/>
              <a:t>Click here and add image via Templafy Image Library</a:t>
            </a:r>
            <a:endParaRPr lang="da-DK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‹nr.›</a:t>
            </a:fld>
            <a:endParaRPr lang="da-DK" dirty="0"/>
          </a:p>
        </p:txBody>
      </p:sp>
      <p:sp>
        <p:nvSpPr>
          <p:cNvPr id="8" name="Date Placeholder 7" hidden="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8417F83-4CBA-48F2-BAD0-783AE3701E32}" type="datetimeFigureOut">
              <a:rPr lang="da-DK" smtClean="0"/>
              <a:pPr/>
              <a:t>06-06-2026</a:t>
            </a:fld>
            <a:endParaRPr lang="da-DK" dirty="0"/>
          </a:p>
        </p:txBody>
      </p:sp>
      <p:sp>
        <p:nvSpPr>
          <p:cNvPr id="9" name="Footer Placeholder 8" hidden="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935702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2" userDrawn="1">
          <p15:clr>
            <a:srgbClr val="A4A3A4"/>
          </p15:clr>
        </p15:guide>
        <p15:guide id="2" pos="3755" userDrawn="1">
          <p15:clr>
            <a:srgbClr val="A4A3A4"/>
          </p15:clr>
        </p15:guide>
        <p15:guide id="3" orient="horz" pos="2039" userDrawn="1">
          <p15:clr>
            <a:srgbClr val="A4A3A4"/>
          </p15:clr>
        </p15:guide>
        <p15:guide id="4" orient="horz" pos="1872" userDrawn="1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slid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315913" y="315913"/>
            <a:ext cx="11557000" cy="6220354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da-DK" dirty="0"/>
              <a:t>Click here and add image via Templafy Image Library</a:t>
            </a:r>
            <a:endParaRPr lang="da-DK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4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‹nr.›</a:t>
            </a:fld>
            <a:endParaRPr lang="da-DK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78417F83-4CBA-48F2-BAD0-783AE3701E32}" type="datetimeFigureOut">
              <a:rPr lang="da-DK" smtClean="0"/>
              <a:pPr/>
              <a:t>06-06-2026</a:t>
            </a:fld>
            <a:endParaRPr lang="da-DK" dirty="0"/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5349476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vid baggrund"/>
          <p:cNvSpPr/>
          <p:nvPr userDrawn="1"/>
        </p:nvSpPr>
        <p:spPr bwMode="auto">
          <a:xfrm>
            <a:off x="0" y="0"/>
            <a:ext cx="12188825" cy="5897563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‹nr.›</a:t>
            </a:fld>
            <a:endParaRPr lang="da-DK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8417F83-4CBA-48F2-BAD0-783AE3701E32}" type="datetimeFigureOut">
              <a:rPr lang="da-DK" smtClean="0"/>
              <a:pPr/>
              <a:t>06-06-2026</a:t>
            </a:fld>
            <a:endParaRPr lang="da-DK" dirty="0"/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11" name="Text Placeholder 61"/>
          <p:cNvSpPr>
            <a:spLocks noGrp="1"/>
          </p:cNvSpPr>
          <p:nvPr>
            <p:ph type="body" sz="quarter" idx="16" hasCustomPrompt="1"/>
          </p:nvPr>
        </p:nvSpPr>
        <p:spPr>
          <a:xfrm>
            <a:off x="1845940" y="1412776"/>
            <a:ext cx="8496944" cy="3744416"/>
          </a:xfrm>
        </p:spPr>
        <p:txBody>
          <a:bodyPr/>
          <a:lstStyle>
            <a:lvl1pPr marL="432000" indent="-432000" algn="ctr">
              <a:lnSpc>
                <a:spcPct val="107000"/>
              </a:lnSpc>
              <a:buSzPct val="250000"/>
              <a:buFontTx/>
              <a:buBlip>
                <a:blip r:embed="rId2"/>
              </a:buBlip>
              <a:defRPr sz="2800">
                <a:latin typeface="Georgia" panose="02040502050405020303" pitchFamily="18" charset="0"/>
              </a:defRPr>
            </a:lvl1pPr>
            <a:lvl2pPr marL="216000" indent="-216000" algn="ctr">
              <a:lnSpc>
                <a:spcPct val="99000"/>
              </a:lnSpc>
              <a:buFont typeface="Arial" panose="020B0604020202020204" pitchFamily="34" charset="0"/>
              <a:buChar char="-"/>
              <a:defRPr sz="2000" cap="all" baseline="0">
                <a:latin typeface="Georgia" panose="02040502050405020303" pitchFamily="18" charset="0"/>
              </a:defRPr>
            </a:lvl2pPr>
            <a:lvl3pPr algn="ctr">
              <a:buFontTx/>
              <a:buNone/>
              <a:defRPr/>
            </a:lvl3pPr>
          </a:lstStyle>
          <a:p>
            <a:pPr lvl="0"/>
            <a:r>
              <a:rPr lang="da-DK" dirty="0"/>
              <a:t>Click to add Quote text, for next level ENTER and TAB</a:t>
            </a:r>
            <a:endParaRPr lang="da-DK"/>
          </a:p>
          <a:p>
            <a:pPr lvl="1"/>
            <a:r>
              <a:rPr lang="da-DK" dirty="0"/>
              <a:t>Second level</a:t>
            </a:r>
            <a:endParaRPr lang="da-DK"/>
          </a:p>
          <a:p>
            <a:pPr lvl="2"/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7961400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and 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vid baggrund"/>
          <p:cNvSpPr/>
          <p:nvPr userDrawn="1"/>
        </p:nvSpPr>
        <p:spPr bwMode="auto">
          <a:xfrm>
            <a:off x="0" y="0"/>
            <a:ext cx="12188825" cy="5897563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15913" y="230400"/>
            <a:ext cx="11563200" cy="752400"/>
          </a:xfrm>
        </p:spPr>
        <p:txBody>
          <a:bodyPr anchor="t" anchorCtr="0"/>
          <a:lstStyle/>
          <a:p>
            <a:r>
              <a:rPr lang="da-DK" dirty="0"/>
              <a:t>Click to edit Master title style</a:t>
            </a:r>
            <a:endParaRPr lang="da-DK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2998068" y="1853461"/>
            <a:ext cx="6264696" cy="2725288"/>
          </a:xfrm>
        </p:spPr>
        <p:txBody>
          <a:bodyPr/>
          <a:lstStyle>
            <a:lvl1pPr marL="432000" indent="-432000" algn="ctr">
              <a:lnSpc>
                <a:spcPct val="107000"/>
              </a:lnSpc>
              <a:buSzPct val="250000"/>
              <a:buFontTx/>
              <a:buBlip>
                <a:blip r:embed="rId2"/>
              </a:buBlip>
              <a:defRPr sz="2800">
                <a:latin typeface="Georgia" panose="02040502050405020303" pitchFamily="18" charset="0"/>
              </a:defRPr>
            </a:lvl1pPr>
            <a:lvl2pPr marL="216000" indent="-216000" algn="ctr">
              <a:lnSpc>
                <a:spcPct val="99000"/>
              </a:lnSpc>
              <a:buFont typeface="Arial" panose="020B0604020202020204" pitchFamily="34" charset="0"/>
              <a:buChar char="-"/>
              <a:defRPr sz="2000" cap="all" baseline="0">
                <a:latin typeface="Georgia" panose="02040502050405020303" pitchFamily="18" charset="0"/>
              </a:defRPr>
            </a:lvl2pPr>
            <a:lvl3pPr marL="576000" indent="0">
              <a:buNone/>
              <a:defRPr/>
            </a:lvl3pPr>
          </a:lstStyle>
          <a:p>
            <a:pPr lvl="0"/>
            <a:r>
              <a:rPr lang="da-DK" dirty="0"/>
              <a:t>Click to add Quote text, for next level ENTER and TAB</a:t>
            </a:r>
            <a:endParaRPr lang="da-DK"/>
          </a:p>
          <a:p>
            <a:pPr lvl="1"/>
            <a:r>
              <a:rPr lang="da-DK" dirty="0"/>
              <a:t>Second level</a:t>
            </a:r>
            <a:endParaRPr lang="da-DK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‹nr.›</a:t>
            </a:fld>
            <a:endParaRPr lang="da-DK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8417F83-4CBA-48F2-BAD0-783AE3701E32}" type="datetimeFigureOut">
              <a:rPr lang="da-DK" smtClean="0"/>
              <a:pPr/>
              <a:t>06-06-2026</a:t>
            </a:fld>
            <a:endParaRPr lang="da-DK" dirty="0"/>
          </a:p>
        </p:txBody>
      </p:sp>
      <p:sp>
        <p:nvSpPr>
          <p:cNvPr id="10" name="Footer Placeholder 9" hidden="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4951546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sl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"/>
          <p:cNvSpPr>
            <a:spLocks noGrp="1"/>
          </p:cNvSpPr>
          <p:nvPr>
            <p:ph sz="quarter" idx="12"/>
          </p:nvPr>
        </p:nvSpPr>
        <p:spPr>
          <a:xfrm>
            <a:off x="328613" y="328612"/>
            <a:ext cx="11550650" cy="6213475"/>
          </a:xfrm>
        </p:spPr>
        <p:txBody>
          <a:bodyPr/>
          <a:lstStyle/>
          <a:p>
            <a:pPr lvl="0"/>
            <a:r>
              <a:rPr lang="da-DK" dirty="0"/>
              <a:t>Click to edit Master text styles</a:t>
            </a:r>
            <a:endParaRPr lang="da-DK"/>
          </a:p>
          <a:p>
            <a:pPr lvl="1"/>
            <a:r>
              <a:rPr lang="da-DK" dirty="0"/>
              <a:t>Second level</a:t>
            </a:r>
            <a:endParaRPr lang="da-DK"/>
          </a:p>
          <a:p>
            <a:pPr lvl="2"/>
            <a:r>
              <a:rPr lang="da-DK" dirty="0"/>
              <a:t>Third level</a:t>
            </a:r>
            <a:endParaRPr lang="da-DK"/>
          </a:p>
          <a:p>
            <a:pPr lvl="3"/>
            <a:r>
              <a:rPr lang="da-DK" dirty="0"/>
              <a:t>Fourth level</a:t>
            </a:r>
            <a:endParaRPr lang="da-DK"/>
          </a:p>
          <a:p>
            <a:pPr lvl="4"/>
            <a:r>
              <a:rPr lang="da-DK" dirty="0"/>
              <a:t>Fifth level</a:t>
            </a:r>
            <a:endParaRPr lang="da-DK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‹nr.›</a:t>
            </a:fld>
            <a:endParaRPr lang="da-DK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8417F83-4CBA-48F2-BAD0-783AE3701E32}" type="datetimeFigureOut">
              <a:rPr lang="da-DK" smtClean="0"/>
              <a:pPr/>
              <a:t>06-06-2026</a:t>
            </a:fld>
            <a:endParaRPr lang="da-DK" dirty="0"/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781562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Click to edit Master title style</a:t>
            </a:r>
            <a:endParaRPr lang="da-DK"/>
          </a:p>
        </p:txBody>
      </p:sp>
      <p:sp>
        <p:nvSpPr>
          <p:cNvPr id="6" name="TextBox 5"/>
          <p:cNvSpPr txBox="1"/>
          <p:nvPr userDrawn="1"/>
        </p:nvSpPr>
        <p:spPr>
          <a:xfrm>
            <a:off x="-2160355" y="1022476"/>
            <a:ext cx="2012649" cy="4734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>
              <a:lnSpc>
                <a:spcPct val="100000"/>
              </a:lnSpc>
            </a:pPr>
            <a:r>
              <a:rPr lang="da-DK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i overskriften </a:t>
            </a:r>
            <a:b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da-DK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til AU Passata Light</a:t>
            </a:r>
            <a:endParaRPr lang="da-DK" sz="4799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‹nr.›</a:t>
            </a:fld>
            <a:endParaRPr lang="da-DK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da-DK" smtClean="0"/>
              <a:pPr/>
              <a:t>06-06-2026</a:t>
            </a:fld>
            <a:endParaRPr lang="da-DK" dirty="0"/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765820" y="1340768"/>
            <a:ext cx="1224136" cy="504056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35422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‹nr.›</a:t>
            </a:fld>
            <a:endParaRPr lang="da-DK" dirty="0"/>
          </a:p>
        </p:txBody>
      </p:sp>
      <p:sp>
        <p:nvSpPr>
          <p:cNvPr id="2" name="Date Placeholder 1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da-DK" smtClean="0"/>
              <a:pPr/>
              <a:t>06-06-2026</a:t>
            </a:fld>
            <a:endParaRPr lang="da-DK" dirty="0"/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4799" dirty="0"/>
          </a:p>
        </p:txBody>
      </p:sp>
      <p:pic>
        <p:nvPicPr>
          <p:cNvPr id="6" name="Logo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8776" y="2163364"/>
            <a:ext cx="2531272" cy="2531272"/>
          </a:xfrm>
          <a:prstGeom prst="rect">
            <a:avLst/>
          </a:prstGeom>
        </p:spPr>
      </p:pic>
      <p:sp>
        <p:nvSpPr>
          <p:cNvPr id="5" name="Date Placeholder 4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da-DK" smtClean="0"/>
              <a:pPr/>
              <a:t>06-06-2026</a:t>
            </a:fld>
            <a:endParaRPr lang="da-DK" dirty="0"/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9" name="Slide Number Placeholder 8" hidden="1"/>
          <p:cNvSpPr>
            <a:spLocks noGrp="1"/>
          </p:cNvSpPr>
          <p:nvPr>
            <p:ph type="sldNum" sz="quarter" idx="12"/>
          </p:nvPr>
        </p:nvSpPr>
        <p:spPr>
          <a:xfrm>
            <a:off x="0" y="7020000"/>
            <a:ext cx="0" cy="426079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7974406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4799" dirty="0"/>
          </a:p>
        </p:txBody>
      </p:sp>
      <p:sp>
        <p:nvSpPr>
          <p:cNvPr id="34" name="Pladsholder til tekst 2"/>
          <p:cNvSpPr txBox="1">
            <a:spLocks/>
          </p:cNvSpPr>
          <p:nvPr userDrawn="1"/>
        </p:nvSpPr>
        <p:spPr>
          <a:xfrm>
            <a:off x="1090914" y="2098689"/>
            <a:ext cx="12745416" cy="1329861"/>
          </a:xfrm>
          <a:prstGeom prst="rect">
            <a:avLst/>
          </a:prstGeom>
        </p:spPr>
        <p:txBody>
          <a:bodyPr wrap="square" lIns="0" tIns="0" rIns="0" bIns="21600">
            <a:spAutoFit/>
          </a:bodyPr>
          <a:lstStyle>
            <a:lvl1pPr marL="0" indent="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None/>
              <a:defRPr sz="2200">
                <a:solidFill>
                  <a:schemeClr val="bg1"/>
                </a:solidFill>
                <a:latin typeface="AU Peto" panose="040C0B07020602020301" pitchFamily="82" charset="0"/>
                <a:ea typeface="AU Peto" panose="040C0B07020602020301" pitchFamily="82" charset="0"/>
                <a:cs typeface="+mn-cs"/>
              </a:defRPr>
            </a:lvl1pPr>
            <a:lvl2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2pPr>
            <a:lvl3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3pPr>
            <a:lvl4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4pPr>
            <a:lvl5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5pPr>
            <a:lvl6pPr marL="13525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6pPr>
            <a:lvl7pPr marL="18097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7pPr>
            <a:lvl8pPr marL="22669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8pPr>
            <a:lvl9pPr marL="27241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9pPr>
          </a:lstStyle>
          <a:p>
            <a:pPr>
              <a:lnSpc>
                <a:spcPct val="85000"/>
              </a:lnSpc>
            </a:pPr>
            <a:r>
              <a:rPr lang="da-DK" sz="10000" kern="0" dirty="0">
                <a:solidFill>
                  <a:schemeClr val="accent6"/>
                </a:solidFill>
                <a:latin typeface="AU Peto" panose="040C0B07020602020301" pitchFamily="82" charset="0"/>
              </a:rPr>
              <a:t>Aarhus</a:t>
            </a:r>
            <a:endParaRPr lang="da-DK"/>
          </a:p>
        </p:txBody>
      </p:sp>
      <p:sp>
        <p:nvSpPr>
          <p:cNvPr id="6" name="Pladsholder til tekst 2"/>
          <p:cNvSpPr txBox="1">
            <a:spLocks/>
          </p:cNvSpPr>
          <p:nvPr userDrawn="1"/>
        </p:nvSpPr>
        <p:spPr>
          <a:xfrm>
            <a:off x="7439540" y="2093600"/>
            <a:ext cx="4356484" cy="1329861"/>
          </a:xfrm>
          <a:prstGeom prst="rect">
            <a:avLst/>
          </a:prstGeom>
        </p:spPr>
        <p:txBody>
          <a:bodyPr wrap="square" lIns="0" tIns="0" rIns="0" bIns="21600">
            <a:spAutoFit/>
          </a:bodyPr>
          <a:lstStyle>
            <a:lvl1pPr marL="0" indent="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None/>
              <a:defRPr sz="2200">
                <a:solidFill>
                  <a:schemeClr val="bg1"/>
                </a:solidFill>
                <a:latin typeface="AU Peto" panose="040C0B07020602020301" pitchFamily="82" charset="0"/>
                <a:ea typeface="AU Peto" panose="040C0B07020602020301" pitchFamily="82" charset="0"/>
                <a:cs typeface="+mn-cs"/>
              </a:defRPr>
            </a:lvl1pPr>
            <a:lvl2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2pPr>
            <a:lvl3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3pPr>
            <a:lvl4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4pPr>
            <a:lvl5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5pPr>
            <a:lvl6pPr marL="13525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6pPr>
            <a:lvl7pPr marL="18097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7pPr>
            <a:lvl8pPr marL="22669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8pPr>
            <a:lvl9pPr marL="27241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9pPr>
          </a:lstStyle>
          <a:p>
            <a:pPr>
              <a:lnSpc>
                <a:spcPct val="85000"/>
              </a:lnSpc>
            </a:pPr>
            <a:r>
              <a:rPr lang="da-DK" sz="10000" kern="0" dirty="0" err="1">
                <a:solidFill>
                  <a:schemeClr val="bg1"/>
                </a:solidFill>
                <a:latin typeface="AU Peto" panose="040C0B07020602020301" pitchFamily="82" charset="0"/>
              </a:rPr>
              <a:t>uni</a:t>
            </a:r>
            <a:endParaRPr lang="da-DK" sz="10000" kern="0" dirty="0">
              <a:solidFill>
                <a:schemeClr val="bg1"/>
              </a:solidFill>
              <a:latin typeface="AU Peto" panose="040C0B07020602020301" pitchFamily="82" charset="0"/>
            </a:endParaRPr>
          </a:p>
        </p:txBody>
      </p:sp>
      <p:sp>
        <p:nvSpPr>
          <p:cNvPr id="7" name="Pladsholder til tekst 2"/>
          <p:cNvSpPr txBox="1">
            <a:spLocks/>
          </p:cNvSpPr>
          <p:nvPr userDrawn="1"/>
        </p:nvSpPr>
        <p:spPr>
          <a:xfrm>
            <a:off x="1881492" y="3428550"/>
            <a:ext cx="9289032" cy="1329861"/>
          </a:xfrm>
          <a:prstGeom prst="rect">
            <a:avLst/>
          </a:prstGeom>
        </p:spPr>
        <p:txBody>
          <a:bodyPr wrap="square" lIns="0" tIns="0" rIns="0" bIns="21600">
            <a:spAutoFit/>
          </a:bodyPr>
          <a:lstStyle>
            <a:lvl1pPr marL="0" indent="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None/>
              <a:defRPr sz="2200">
                <a:solidFill>
                  <a:schemeClr val="bg1"/>
                </a:solidFill>
                <a:latin typeface="AU Peto" panose="040C0B07020602020301" pitchFamily="82" charset="0"/>
                <a:ea typeface="AU Peto" panose="040C0B07020602020301" pitchFamily="82" charset="0"/>
                <a:cs typeface="+mn-cs"/>
              </a:defRPr>
            </a:lvl1pPr>
            <a:lvl2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2pPr>
            <a:lvl3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3pPr>
            <a:lvl4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4pPr>
            <a:lvl5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5pPr>
            <a:lvl6pPr marL="13525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6pPr>
            <a:lvl7pPr marL="18097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7pPr>
            <a:lvl8pPr marL="22669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8pPr>
            <a:lvl9pPr marL="27241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da-DK" sz="10000" kern="0" dirty="0" err="1">
                <a:solidFill>
                  <a:schemeClr val="bg1"/>
                </a:solidFill>
                <a:latin typeface="AU Peto" panose="040C0B07020602020301" pitchFamily="82" charset="0"/>
              </a:rPr>
              <a:t>versiet</a:t>
            </a:r>
            <a:endParaRPr lang="da-DK" sz="10000" dirty="0">
              <a:solidFill>
                <a:schemeClr val="bg1"/>
              </a:solidFill>
              <a:latin typeface="AU Peto" panose="040C0B07020602020301" pitchFamily="82" charset="0"/>
            </a:endParaRPr>
          </a:p>
        </p:txBody>
      </p:sp>
      <p:sp>
        <p:nvSpPr>
          <p:cNvPr id="8" name="Date Placeholder 4" hidden="1"/>
          <p:cNvSpPr>
            <a:spLocks noGrp="1"/>
          </p:cNvSpPr>
          <p:nvPr>
            <p:ph type="dt" sz="half" idx="10"/>
          </p:nvPr>
        </p:nvSpPr>
        <p:spPr>
          <a:xfrm>
            <a:off x="0" y="7020000"/>
            <a:ext cx="0" cy="0"/>
          </a:xfrm>
        </p:spPr>
        <p:txBody>
          <a:bodyPr/>
          <a:lstStyle/>
          <a:p>
            <a:fld id="{78417F83-4CBA-48F2-BAD0-783AE3701E32}" type="datetimeFigureOut">
              <a:rPr lang="da-DK" smtClean="0"/>
              <a:pPr/>
              <a:t>06-06-2026</a:t>
            </a:fld>
            <a:endParaRPr lang="da-DK" dirty="0"/>
          </a:p>
        </p:txBody>
      </p:sp>
      <p:sp>
        <p:nvSpPr>
          <p:cNvPr id="9" name="Footer Placeholder 6" hidden="1"/>
          <p:cNvSpPr>
            <a:spLocks noGrp="1"/>
          </p:cNvSpPr>
          <p:nvPr>
            <p:ph type="ftr" sz="quarter" idx="11"/>
          </p:nvPr>
        </p:nvSpPr>
        <p:spPr>
          <a:xfrm>
            <a:off x="0" y="7020000"/>
            <a:ext cx="0" cy="0"/>
          </a:xfrm>
        </p:spPr>
        <p:txBody>
          <a:bodyPr/>
          <a:lstStyle/>
          <a:p>
            <a:endParaRPr lang="da-DK" dirty="0"/>
          </a:p>
        </p:txBody>
      </p:sp>
      <p:sp>
        <p:nvSpPr>
          <p:cNvPr id="10" name="Slide Number Placeholder 8" hidden="1"/>
          <p:cNvSpPr>
            <a:spLocks noGrp="1"/>
          </p:cNvSpPr>
          <p:nvPr>
            <p:ph type="sldNum" sz="quarter" idx="12"/>
          </p:nvPr>
        </p:nvSpPr>
        <p:spPr>
          <a:xfrm>
            <a:off x="0" y="7020000"/>
            <a:ext cx="0" cy="426079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‹nr.›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9262406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Aarhus Universit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4" hidden="1"/>
          <p:cNvSpPr>
            <a:spLocks noGrp="1"/>
          </p:cNvSpPr>
          <p:nvPr>
            <p:ph type="dt" sz="half" idx="10"/>
          </p:nvPr>
        </p:nvSpPr>
        <p:spPr>
          <a:xfrm>
            <a:off x="0" y="7020000"/>
            <a:ext cx="0" cy="0"/>
          </a:xfrm>
        </p:spPr>
        <p:txBody>
          <a:bodyPr/>
          <a:lstStyle/>
          <a:p>
            <a:fld id="{78417F83-4CBA-48F2-BAD0-783AE3701E32}" type="datetimeFigureOut">
              <a:rPr lang="da-DK" smtClean="0"/>
              <a:pPr/>
              <a:t>06-06-2026</a:t>
            </a:fld>
            <a:endParaRPr lang="da-DK" dirty="0"/>
          </a:p>
        </p:txBody>
      </p:sp>
      <p:sp>
        <p:nvSpPr>
          <p:cNvPr id="9" name="Footer Placeholder 6" hidden="1"/>
          <p:cNvSpPr>
            <a:spLocks noGrp="1"/>
          </p:cNvSpPr>
          <p:nvPr>
            <p:ph type="ftr" sz="quarter" idx="11"/>
          </p:nvPr>
        </p:nvSpPr>
        <p:spPr>
          <a:xfrm>
            <a:off x="0" y="7020000"/>
            <a:ext cx="0" cy="0"/>
          </a:xfrm>
        </p:spPr>
        <p:txBody>
          <a:bodyPr/>
          <a:lstStyle/>
          <a:p>
            <a:endParaRPr lang="da-DK" dirty="0"/>
          </a:p>
        </p:txBody>
      </p:sp>
      <p:sp>
        <p:nvSpPr>
          <p:cNvPr id="10" name="Slide Number Placeholder 8" hidden="1"/>
          <p:cNvSpPr>
            <a:spLocks noGrp="1"/>
          </p:cNvSpPr>
          <p:nvPr>
            <p:ph type="sldNum" sz="quarter" idx="12"/>
          </p:nvPr>
        </p:nvSpPr>
        <p:spPr>
          <a:xfrm>
            <a:off x="0" y="7020000"/>
            <a:ext cx="0" cy="426079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‹nr.›</a:t>
            </a:fld>
            <a:endParaRPr lang="da-DK" dirty="0"/>
          </a:p>
        </p:txBody>
      </p:sp>
      <p:sp>
        <p:nvSpPr>
          <p:cNvPr id="8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4799" dirty="0"/>
          </a:p>
        </p:txBody>
      </p:sp>
      <p:sp>
        <p:nvSpPr>
          <p:cNvPr id="5" name="LAN_AUWBreak" descr="{&quot;templafy&quot;:{&quot;id&quot;:&quot;8ab1cd0c-11c5-45fe-abeb-5bbaf2151f44&quot;}}"/>
          <p:cNvSpPr/>
          <p:nvPr userDrawn="1"/>
        </p:nvSpPr>
        <p:spPr bwMode="auto">
          <a:xfrm>
            <a:off x="6022613" y="2804400"/>
            <a:ext cx="65" cy="739391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183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da-DK" sz="4000" b="0" i="0" u="none" strike="noStrike" cap="all" normalizeH="0" baseline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Natural Sciences</a:t>
            </a:r>
          </a:p>
        </p:txBody>
      </p:sp>
      <p:pic>
        <p:nvPicPr>
          <p:cNvPr id="6" name="Logo white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268" y="2864711"/>
            <a:ext cx="2228400" cy="1116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896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3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hidden="1"/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78417F83-4CBA-48F2-BAD0-783AE3701E32}" type="datetimeFigureOut">
              <a:rPr lang="da-DK" smtClean="0"/>
              <a:pPr/>
              <a:t>06-06-2026</a:t>
            </a:fld>
            <a:endParaRPr lang="da-DK" dirty="0"/>
          </a:p>
        </p:txBody>
      </p:sp>
      <p:sp>
        <p:nvSpPr>
          <p:cNvPr id="3" name="Footer Placeholder 2" hidden="1"/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">
                <a:noFill/>
              </a:defRPr>
            </a:lvl1pPr>
          </a:lstStyle>
          <a:p>
            <a:endParaRPr lang="da-DK" dirty="0"/>
          </a:p>
        </p:txBody>
      </p:sp>
      <p:sp>
        <p:nvSpPr>
          <p:cNvPr id="23" name="Black Rectangle"/>
          <p:cNvSpPr/>
          <p:nvPr userDrawn="1"/>
        </p:nvSpPr>
        <p:spPr>
          <a:xfrm>
            <a:off x="989440" y="1663088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sz="4799" dirty="0"/>
          </a:p>
          <a:p>
            <a:pPr algn="ctr"/>
            <a:endParaRPr lang="da-DK" sz="4799" dirty="0"/>
          </a:p>
        </p:txBody>
      </p:sp>
      <p:pic>
        <p:nvPicPr>
          <p:cNvPr id="7" name="Au logo"/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" y="5999002"/>
            <a:ext cx="557570" cy="558000"/>
          </a:xfrm>
          <a:prstGeom prst="rect">
            <a:avLst/>
          </a:prstGeom>
        </p:spPr>
      </p:pic>
      <p:pic>
        <p:nvPicPr>
          <p:cNvPr id="10" name="Billede streg"/>
          <p:cNvPicPr>
            <a:picLocks noChangeAspect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200" y="5997600"/>
            <a:ext cx="71734" cy="558000"/>
          </a:xfrm>
          <a:prstGeom prst="rect">
            <a:avLst/>
          </a:prstGeom>
        </p:spPr>
      </p:pic>
      <p:sp>
        <p:nvSpPr>
          <p:cNvPr id="1027" name="Placeholder title 1"/>
          <p:cNvSpPr>
            <a:spLocks noGrp="1" noChangeArrowheads="1"/>
          </p:cNvSpPr>
          <p:nvPr>
            <p:ph type="title"/>
          </p:nvPr>
        </p:nvSpPr>
        <p:spPr bwMode="auto">
          <a:xfrm>
            <a:off x="315913" y="149115"/>
            <a:ext cx="11557000" cy="130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a-DK" noProof="0" dirty="0"/>
              <a:t>Click to edit Master title style</a:t>
            </a:r>
            <a:endParaRPr lang="da-DK"/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85838" y="1960079"/>
            <a:ext cx="10220325" cy="39374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noProof="0" dirty="0"/>
              <a:t>Click to edit Master text styles</a:t>
            </a:r>
            <a:endParaRPr lang="da-DK"/>
          </a:p>
          <a:p>
            <a:pPr lvl="1"/>
            <a:r>
              <a:rPr lang="da-DK" noProof="0" dirty="0"/>
              <a:t>Second level</a:t>
            </a:r>
            <a:endParaRPr lang="da-DK"/>
          </a:p>
          <a:p>
            <a:pPr lvl="2"/>
            <a:r>
              <a:rPr lang="da-DK" noProof="0" dirty="0"/>
              <a:t>Third level</a:t>
            </a:r>
            <a:endParaRPr lang="da-DK"/>
          </a:p>
          <a:p>
            <a:pPr lvl="3"/>
            <a:r>
              <a:rPr lang="da-DK" noProof="0" dirty="0"/>
              <a:t>Fourth level</a:t>
            </a:r>
            <a:endParaRPr lang="da-DK"/>
          </a:p>
          <a:p>
            <a:pPr lvl="4"/>
            <a:r>
              <a:rPr lang="da-DK" noProof="0" dirty="0"/>
              <a:t>Fifth level</a:t>
            </a:r>
            <a:endParaRPr lang="da-DK"/>
          </a:p>
          <a:p>
            <a:pPr lvl="5"/>
            <a:r>
              <a:rPr lang="da-DK" noProof="0" dirty="0"/>
              <a:t>6 level</a:t>
            </a:r>
            <a:endParaRPr lang="da-DK"/>
          </a:p>
          <a:p>
            <a:pPr lvl="6"/>
            <a:r>
              <a:rPr lang="da-DK" noProof="0" dirty="0"/>
              <a:t>7 level</a:t>
            </a:r>
            <a:endParaRPr lang="da-DK"/>
          </a:p>
          <a:p>
            <a:pPr lvl="7"/>
            <a:r>
              <a:rPr lang="da-DK" noProof="0" dirty="0"/>
              <a:t>8 level</a:t>
            </a:r>
            <a:endParaRPr lang="da-DK"/>
          </a:p>
          <a:p>
            <a:pPr lvl="8"/>
            <a:r>
              <a:rPr lang="da-DK" noProof="0" dirty="0"/>
              <a:t>9 level</a:t>
            </a:r>
            <a:endParaRPr lang="da-DK"/>
          </a:p>
        </p:txBody>
      </p:sp>
      <p:sp>
        <p:nvSpPr>
          <p:cNvPr id="5" name="Date_DateCustomA" descr="{&quot;templafy&quot;:{&quot;id&quot;:&quot;65a04356-92b6-4a47-918e-78a50a76f164&quot;}}">
            <a:extLst>
              <a:ext uri="{FF2B5EF4-FFF2-40B4-BE49-F238E27FC236}">
                <a16:creationId xmlns:a16="http://schemas.microsoft.com/office/drawing/2014/main" id="{2DB864AE-EC00-948C-4AD8-CC3FC72BC82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4752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da-DK" sz="700" b="0" cap="all" baseline="0" dirty="0">
                <a:solidFill>
                  <a:schemeClr val="tx1"/>
                </a:solidFill>
                <a:latin typeface="+mn-lt"/>
              </a:rPr>
              <a:t>15. juni 2026</a:t>
            </a:r>
          </a:p>
        </p:txBody>
      </p:sp>
      <p:sp>
        <p:nvSpPr>
          <p:cNvPr id="4" name="FLD_Event" descr="{&quot;templafy&quot;:{&quot;id&quot;:&quot;34bec9ce-27a1-41b7-9220-0f139f36445d&quot;}}">
            <a:extLst>
              <a:ext uri="{FF2B5EF4-FFF2-40B4-BE49-F238E27FC236}">
                <a16:creationId xmlns:a16="http://schemas.microsoft.com/office/drawing/2014/main" id="{D0C255F4-97F5-2F16-C830-C233FA325C1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4476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3420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da-DK" sz="700" b="0" cap="all" baseline="0" dirty="0">
                <a:solidFill>
                  <a:schemeClr val="tx1"/>
                </a:solidFill>
                <a:latin typeface="+mn-lt"/>
              </a:rPr>
              <a:t>Master's defence</a:t>
            </a:r>
          </a:p>
        </p:txBody>
      </p:sp>
      <p:sp>
        <p:nvSpPr>
          <p:cNvPr id="28" name="USR_Title" descr="{&quot;templafy&quot;:{&quot;id&quot;:&quot;af76ede1-dd33-4b10-b8df-0a1c8dc4b0a6&quot;}}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4752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da-DK" sz="700" b="0" cap="all" baseline="0" dirty="0">
                <a:solidFill>
                  <a:schemeClr val="tx1"/>
                </a:solidFill>
                <a:latin typeface="+mn-lt"/>
              </a:rPr>
              <a:t>Student</a:t>
            </a:r>
          </a:p>
        </p:txBody>
      </p:sp>
      <p:sp>
        <p:nvSpPr>
          <p:cNvPr id="21" name="USR_Name" descr="{&quot;templafy&quot;:{&quot;id&quot;:&quot;003efdc0-fa5f-41a3-b511-5e0eb11449c7&quot;}}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444040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3420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da-DK" sz="700" b="0" cap="all" baseline="0" dirty="0">
                <a:solidFill>
                  <a:schemeClr val="tx1"/>
                </a:solidFill>
                <a:latin typeface="+mn-lt"/>
              </a:rPr>
              <a:t>Karsten Walz Jensen</a:t>
            </a:r>
          </a:p>
        </p:txBody>
      </p:sp>
      <p:pic>
        <p:nvPicPr>
          <p:cNvPr id="1665937298" name="SecondaryLogo_sort" descr="{&quot;templafy&quot;:{&quot;id&quot;:&quot;d5e1fcf2-d2e7-4f04-a62e-ca95fb70fb04&quot;}}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206000" y="5999002"/>
            <a:ext cx="1659600" cy="558000"/>
          </a:xfrm>
          <a:prstGeom prst="rect">
            <a:avLst/>
          </a:prstGeom>
        </p:spPr>
      </p:pic>
      <p:sp>
        <p:nvSpPr>
          <p:cNvPr id="25" name="OFF_logo2Computed" descr="{&quot;templafy&quot;:{&quot;id&quot;:&quot;91499ec8-aec3-4d12-8320-346db94fb6d7&quot;}}"/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r>
              <a:rPr lang="da-DK" sz="600" cap="all" spc="40" baseline="0" dirty="0">
                <a:solidFill>
                  <a:schemeClr val="tx1"/>
                </a:solidFill>
                <a:latin typeface="AU Passata Light" pitchFamily="34" charset="0"/>
              </a:rPr>
              <a:t>Aarhus Universitet</a:t>
            </a:r>
          </a:p>
        </p:txBody>
      </p:sp>
      <p:sp>
        <p:nvSpPr>
          <p:cNvPr id="26" name="OFF_logo1Computed" descr="{&quot;templafy&quot;:{&quot;id&quot;:&quot;eada565a-e515-49e3-8e79-6fc20c12cb5a&quot;}}"/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da-DK" sz="1000" b="0" i="0" u="none" strike="noStrike" cap="all" normalizeH="0" baseline="0" noProof="1">
                <a:ln>
                  <a:noFill/>
                </a:ln>
                <a:solidFill>
                  <a:schemeClr val="tx1"/>
                </a:solidFill>
                <a:effectLst/>
                <a:latin typeface="AU Passata" pitchFamily="34" charset="0"/>
              </a:rPr>
              <a:t>Natural Sciences</a:t>
            </a:r>
          </a:p>
        </p:txBody>
      </p:sp>
      <p:sp>
        <p:nvSpPr>
          <p:cNvPr id="1030" name="Sidetal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807992" y="6581497"/>
            <a:ext cx="252000" cy="135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>
              <a:lnSpc>
                <a:spcPts val="1200"/>
              </a:lnSpc>
              <a:buFontTx/>
              <a:buNone/>
              <a:defRPr sz="700" spc="40" baseline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E90C1E0A-682D-40DC-B1EA-26C007FDC330}" type="slidenum">
              <a:rPr lang="da-DK" smtClean="0"/>
              <a:pPr>
                <a:defRPr/>
              </a:pPr>
              <a:t>‹nr.›</a:t>
            </a:fld>
            <a:endParaRPr lang="da-DK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6" r:id="rId2"/>
    <p:sldLayoutId id="2147483673" r:id="rId3"/>
    <p:sldLayoutId id="2147483666" r:id="rId4"/>
    <p:sldLayoutId id="2147483662" r:id="rId5"/>
    <p:sldLayoutId id="2147483649" r:id="rId6"/>
    <p:sldLayoutId id="2147483669" r:id="rId7"/>
    <p:sldLayoutId id="2147483661" r:id="rId8"/>
    <p:sldLayoutId id="2147483668" r:id="rId9"/>
    <p:sldLayoutId id="2147483663" r:id="rId10"/>
    <p:sldLayoutId id="2147483670" r:id="rId11"/>
    <p:sldLayoutId id="2147483654" r:id="rId12"/>
    <p:sldLayoutId id="2147483664" r:id="rId13"/>
    <p:sldLayoutId id="2147483671" r:id="rId14"/>
    <p:sldLayoutId id="2147483650" r:id="rId15"/>
    <p:sldLayoutId id="2147483655" r:id="rId16"/>
    <p:sldLayoutId id="2147483651" r:id="rId17"/>
    <p:sldLayoutId id="2147483672" r:id="rId18"/>
    <p:sldLayoutId id="2147483678" r:id="rId19"/>
    <p:sldLayoutId id="2147483658" r:id="rId20"/>
  </p:sldLayoutIdLst>
  <p:hf sldNum="0" hdr="0" ftr="0"/>
  <p:txStyles>
    <p:titleStyle>
      <a:lvl1pPr algn="l" rtl="0" eaLnBrk="1" fontAlgn="base" hangingPunct="1">
        <a:lnSpc>
          <a:spcPct val="89000"/>
        </a:lnSpc>
        <a:spcBef>
          <a:spcPct val="0"/>
        </a:spcBef>
        <a:spcAft>
          <a:spcPct val="0"/>
        </a:spcAft>
        <a:defRPr sz="4500" b="1" cap="all" baseline="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2pPr>
      <a:lvl3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3pPr>
      <a:lvl4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4pPr>
      <a:lvl5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5pPr>
      <a:lvl6pPr marL="4572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6pPr>
      <a:lvl7pPr marL="9144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7pPr>
      <a:lvl8pPr marL="13716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8pPr>
      <a:lvl9pPr marL="18288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9pPr>
    </p:titleStyle>
    <p:bodyStyle>
      <a:lvl1pPr marL="0" indent="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Calibri" panose="020F0502020204030204" pitchFamily="34" charset="0"/>
        <a:buChar char="​"/>
        <a:defRPr sz="2000" b="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2pPr>
      <a:lvl3pPr marL="75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3pPr>
      <a:lvl4pPr marL="1152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4pPr>
      <a:lvl5pPr marL="1512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5pPr>
      <a:lvl6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6pPr>
      <a:lvl7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7pPr>
      <a:lvl8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8pPr>
      <a:lvl9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3715" userDrawn="1">
          <p15:clr>
            <a:srgbClr val="000000"/>
          </p15:clr>
        </p15:guide>
        <p15:guide id="5" orient="horz" pos="4131" userDrawn="1">
          <p15:clr>
            <a:srgbClr val="A4A3A4"/>
          </p15:clr>
        </p15:guide>
        <p15:guide id="6" pos="7479" userDrawn="1">
          <p15:clr>
            <a:srgbClr val="A4A3A4"/>
          </p15:clr>
        </p15:guide>
        <p15:guide id="7" orient="horz" pos="1234" userDrawn="1">
          <p15:clr>
            <a:srgbClr val="000000"/>
          </p15:clr>
        </p15:guide>
        <p15:guide id="8" pos="7059" userDrawn="1">
          <p15:clr>
            <a:srgbClr val="000000"/>
          </p15:clr>
        </p15:guide>
        <p15:guide id="9" pos="199" userDrawn="1">
          <p15:clr>
            <a:srgbClr val="A4A3A4"/>
          </p15:clr>
        </p15:guide>
        <p15:guide id="10" pos="621" userDrawn="1">
          <p15:clr>
            <a:srgbClr val="000000"/>
          </p15:clr>
        </p15:guide>
        <p15:guide id="11" orient="horz" pos="199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.xml"/><Relationship Id="rId2" Type="http://schemas.openxmlformats.org/officeDocument/2006/relationships/customXml" Target="../../customXml/item6.xml"/><Relationship Id="rId1" Type="http://schemas.openxmlformats.org/officeDocument/2006/relationships/customXml" Target="../../customXml/item1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customXml" Target="../../customXml/item3.xml"/><Relationship Id="rId1" Type="http://schemas.openxmlformats.org/officeDocument/2006/relationships/customXml" Target="../../customXml/item7.xml"/><Relationship Id="rId4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customXml" Target="../../customXml/item10.xml"/><Relationship Id="rId1" Type="http://schemas.openxmlformats.org/officeDocument/2006/relationships/customXml" Target="../../customXml/item8.xml"/><Relationship Id="rId6" Type="http://schemas.openxmlformats.org/officeDocument/2006/relationships/image" Target="../media/image11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customXml" Target="../../customXml/item4.xml"/><Relationship Id="rId1" Type="http://schemas.openxmlformats.org/officeDocument/2006/relationships/customXml" Target="../../customXml/item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customXml" Target="../../customXml/item5.xml"/><Relationship Id="rId1" Type="http://schemas.openxmlformats.org/officeDocument/2006/relationships/customXml" Target="../../customXml/item2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85838" y="620688"/>
            <a:ext cx="10220325" cy="1661993"/>
          </a:xfrm>
        </p:spPr>
        <p:txBody>
          <a:bodyPr/>
          <a:lstStyle/>
          <a:p>
            <a:r>
              <a:rPr lang="da-DK" sz="4000" noProof="0" dirty="0" err="1"/>
              <a:t>Discrete</a:t>
            </a:r>
            <a:r>
              <a:rPr lang="da-DK" sz="4000" noProof="0" dirty="0"/>
              <a:t> </a:t>
            </a:r>
            <a:r>
              <a:rPr lang="da-DK" sz="4000" noProof="0" dirty="0" err="1"/>
              <a:t>Denoising</a:t>
            </a:r>
            <a:r>
              <a:rPr lang="da-DK" sz="4000" noProof="0" dirty="0"/>
              <a:t> Diffusion </a:t>
            </a:r>
            <a:r>
              <a:rPr lang="da-DK" sz="4000" noProof="0" dirty="0" err="1"/>
              <a:t>Probabilistic</a:t>
            </a:r>
            <a:r>
              <a:rPr lang="da-DK" sz="4000" noProof="0" dirty="0"/>
              <a:t> models </a:t>
            </a:r>
            <a:r>
              <a:rPr lang="da-DK" sz="4000" b="0" noProof="0" dirty="0"/>
              <a:t>–</a:t>
            </a:r>
            <a:r>
              <a:rPr lang="da-DK" sz="4000" noProof="0" dirty="0"/>
              <a:t> </a:t>
            </a:r>
            <a:r>
              <a:rPr lang="da-DK" sz="4000" b="0" i="1" noProof="0" dirty="0"/>
              <a:t>in inverse design of metal </a:t>
            </a:r>
            <a:r>
              <a:rPr lang="da-DK" sz="4000" b="0" i="1" noProof="0" dirty="0" err="1"/>
              <a:t>alloy</a:t>
            </a:r>
            <a:r>
              <a:rPr lang="da-DK" sz="4000" b="0" i="1" noProof="0" dirty="0"/>
              <a:t> </a:t>
            </a:r>
            <a:r>
              <a:rPr lang="da-DK" sz="4000" b="0" i="1" noProof="0" dirty="0" err="1"/>
              <a:t>catalysts</a:t>
            </a:r>
            <a:r>
              <a:rPr lang="da-DK" sz="4000" b="0" i="1" noProof="0" dirty="0"/>
              <a:t> </a:t>
            </a:r>
          </a:p>
        </p:txBody>
      </p:sp>
    </p:spTree>
    <p:custDataLst>
      <p:custData r:id="rId1"/>
      <p:custData r:id="rId2"/>
      <p:tags r:id="rId3"/>
    </p:custDataLst>
    <p:extLst>
      <p:ext uri="{BB962C8B-B14F-4D97-AF65-F5344CB8AC3E}">
        <p14:creationId xmlns:p14="http://schemas.microsoft.com/office/powerpoint/2010/main" val="948320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 err="1"/>
              <a:t>Outline</a:t>
            </a:r>
            <a:endParaRPr lang="da-DK" noProof="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 err="1"/>
              <a:t>Introduction</a:t>
            </a:r>
            <a:endParaRPr lang="da-DK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noProof="0" dirty="0"/>
              <a:t>Problem statement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/>
              <a:t>Diffusion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noProof="0" dirty="0" err="1"/>
              <a:t>Implementation</a:t>
            </a:r>
            <a:endParaRPr lang="da-DK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/>
              <a:t>Main </a:t>
            </a:r>
            <a:r>
              <a:rPr lang="da-DK" dirty="0" err="1"/>
              <a:t>results</a:t>
            </a:r>
            <a:r>
              <a:rPr lang="da-DK" dirty="0"/>
              <a:t> &amp; </a:t>
            </a:r>
            <a:r>
              <a:rPr lang="da-DK" dirty="0" err="1"/>
              <a:t>discussion</a:t>
            </a:r>
            <a:endParaRPr lang="da-DK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noProof="0" dirty="0" err="1"/>
              <a:t>Concluding</a:t>
            </a:r>
            <a:r>
              <a:rPr lang="da-DK" noProof="0" dirty="0"/>
              <a:t> rem</a:t>
            </a:r>
            <a:r>
              <a:rPr lang="da-DK" dirty="0"/>
              <a:t>arks</a:t>
            </a:r>
            <a:endParaRPr lang="da-DK" noProof="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da-DK" noProof="0" dirty="0"/>
          </a:p>
        </p:txBody>
      </p:sp>
    </p:spTree>
    <p:custDataLst>
      <p:custData r:id="rId1"/>
      <p:custData r:id="rId2"/>
      <p:tags r:id="rId3"/>
    </p:custDataLst>
    <p:extLst>
      <p:ext uri="{BB962C8B-B14F-4D97-AF65-F5344CB8AC3E}">
        <p14:creationId xmlns:p14="http://schemas.microsoft.com/office/powerpoint/2010/main" val="2813365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noProof="0" dirty="0" err="1"/>
              <a:t>Introduction</a:t>
            </a:r>
            <a:endParaRPr lang="da-DK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da-DK" noProof="0" dirty="0"/>
                  <a:t>Climate </a:t>
                </a:r>
                <a:r>
                  <a:rPr lang="da-DK" noProof="0" dirty="0" err="1"/>
                  <a:t>change</a:t>
                </a:r>
                <a:r>
                  <a:rPr lang="da-DK" noProof="0" dirty="0"/>
                  <a:t> </a:t>
                </a:r>
                <a14:m>
                  <m:oMath xmlns:m="http://schemas.openxmlformats.org/officeDocument/2006/math">
                    <m:r>
                      <a:rPr lang="da-DK" b="0" i="1" noProof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endParaRPr lang="da-DK" i="1" noProof="0" dirty="0"/>
              </a:p>
            </p:txBody>
          </p:sp>
        </mc:Choice>
        <mc:Fallback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6"/>
                <a:stretch>
                  <a:fillRect l="-1432" t="-1752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custDataLst>
      <p:custData r:id="rId1"/>
      <p:custData r:id="rId2"/>
      <p:tags r:id="rId3"/>
    </p:custDataLst>
    <p:extLst>
      <p:ext uri="{BB962C8B-B14F-4D97-AF65-F5344CB8AC3E}">
        <p14:creationId xmlns:p14="http://schemas.microsoft.com/office/powerpoint/2010/main" val="3535925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C8C380-42EB-D08A-EC61-EAFBB0955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Introduction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DB72B79-92BB-3CEC-5CA1-80778EDF8C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/>
              <a:t>Inverse design </a:t>
            </a:r>
            <a:r>
              <a:rPr lang="da-DK" dirty="0" err="1"/>
              <a:t>process</a:t>
            </a:r>
            <a:endParaRPr lang="da-DK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C7A027F6-8D31-199E-36D9-DA3F0A901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8B493-15EA-4E70-91D6-3CA8A6D7CFC1}" type="datetime1">
              <a:rPr lang="da-DK" smtClean="0"/>
              <a:t>06-06-2026</a:t>
            </a:fld>
            <a:endParaRPr lang="da-DK" dirty="0"/>
          </a:p>
        </p:txBody>
      </p:sp>
      <p:pic>
        <p:nvPicPr>
          <p:cNvPr id="22" name="Billede 21" descr="Et billede, der indeholder tekst, cirkel, Font/skrifttype, skærmbillede&#10;&#10;AI-genereret indhold kan være ukorrekt.">
            <a:extLst>
              <a:ext uri="{FF2B5EF4-FFF2-40B4-BE49-F238E27FC236}">
                <a16:creationId xmlns:a16="http://schemas.microsoft.com/office/drawing/2014/main" id="{D9C31F03-EE55-EE33-E464-4F5737DB4D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320" y="1916832"/>
            <a:ext cx="6680184" cy="3684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836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1EBB65-431E-5DC9-F713-4942254D0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Introduction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0A94B8D-1F0C-FBC9-9738-6CD389E26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7790CDEB-5940-03B8-88A9-E111A5EB4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A9012-99F9-450D-B679-F272DDE9E7FC}" type="datetime1">
              <a:rPr lang="da-DK" smtClean="0"/>
              <a:t>06-06-2026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367041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C49794-A64E-4298-C055-AD56FCB0F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Problem statement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B1E940A-E534-F769-89D9-58F62F30E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i="1" dirty="0"/>
              <a:t>“We will extend on the previous work \cite{</a:t>
            </a:r>
            <a:r>
              <a:rPr lang="en-US" i="1" dirty="0" err="1"/>
              <a:t>cheula_saas</a:t>
            </a:r>
            <a:r>
              <a:rPr lang="en-US" i="1" dirty="0"/>
              <a:t>} on  Single Atomic Alloys (SAAs). We will try to answer how a diffusion model can be integrated into a traditional search algorithm to find good catalysts. We will restrict the problem to only considering the atomic species of the 100 and 111 </a:t>
            </a:r>
            <a:r>
              <a:rPr lang="en-US" i="1" dirty="0" err="1"/>
              <a:t>fcc</a:t>
            </a:r>
            <a:r>
              <a:rPr lang="en-US" i="1" dirty="0"/>
              <a:t> surfaces. To do this, we must implement a diffusion model and understand its inner workings. We will also try to answer how they can be used when multiple properties are desired. In our case, stability and reaction rate.”</a:t>
            </a:r>
            <a:endParaRPr lang="da-DK" i="1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E6D3285D-8D31-9A2D-3F73-ED5CE0414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9607F-6FE8-46A1-A399-B2AF355F9D72}" type="datetime1">
              <a:rPr lang="da-DK" smtClean="0"/>
              <a:t>06-06-2026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140170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8A172-3CB0-DA04-9E4B-9A5176E17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1489E9-57BA-08BC-5FCE-20692998F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Diffusion models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BE304C2-8C0D-ED3C-2533-2C0B2DA7F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/>
              <a:t>General generative </a:t>
            </a:r>
            <a:r>
              <a:rPr lang="da-DK" dirty="0" err="1"/>
              <a:t>process</a:t>
            </a:r>
            <a:endParaRPr lang="da-DK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A23DBDEA-6EAC-6119-9534-557E826D0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A9012-99F9-450D-B679-F272DDE9E7FC}" type="datetime1">
              <a:rPr lang="da-DK" smtClean="0"/>
              <a:t>06-06-2026</a:t>
            </a:fld>
            <a:endParaRPr lang="da-DK" dirty="0"/>
          </a:p>
        </p:txBody>
      </p:sp>
      <p:pic>
        <p:nvPicPr>
          <p:cNvPr id="5" name="Billede 4" descr="Et billede, der indeholder diagram, kvadratisk, tekst, linje/række&#10;&#10;AI-genereret indhold kan være ukorrekt.">
            <a:extLst>
              <a:ext uri="{FF2B5EF4-FFF2-40B4-BE49-F238E27FC236}">
                <a16:creationId xmlns:a16="http://schemas.microsoft.com/office/drawing/2014/main" id="{0ADCFF3C-C1E9-9726-B644-4C7A9120FD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3913" y="1192323"/>
            <a:ext cx="5532222" cy="470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18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0955F-FA05-D403-2B0B-7A2AF215E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DDFDEE5-B7FB-4CBC-B9DC-52BAB7D1C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Diffusion models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3803ADA-AE09-FEA9-0389-1CE63D1978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 err="1"/>
              <a:t>What</a:t>
            </a:r>
            <a:r>
              <a:rPr lang="da-DK" dirty="0"/>
              <a:t> </a:t>
            </a:r>
            <a:r>
              <a:rPr lang="da-DK" dirty="0" err="1"/>
              <a:t>happens</a:t>
            </a:r>
            <a:r>
              <a:rPr lang="da-DK" dirty="0"/>
              <a:t> under the hood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A0CC603-04BC-098D-2E96-F85D71898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A9012-99F9-450D-B679-F272DDE9E7FC}" type="datetime1">
              <a:rPr lang="da-DK" smtClean="0"/>
              <a:t>06-06-2026</a:t>
            </a:fld>
            <a:endParaRPr lang="da-DK" dirty="0"/>
          </a:p>
        </p:txBody>
      </p:sp>
      <p:pic>
        <p:nvPicPr>
          <p:cNvPr id="5" name="Billede 4" descr="Et billede, der indeholder diagram, kvadratisk, tekst, linje/række&#10;&#10;AI-genereret indhold kan være ukorrekt.">
            <a:extLst>
              <a:ext uri="{FF2B5EF4-FFF2-40B4-BE49-F238E27FC236}">
                <a16:creationId xmlns:a16="http://schemas.microsoft.com/office/drawing/2014/main" id="{C4CDAFA4-77C6-CB62-8E8F-64CD125A4F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3913" y="1192323"/>
            <a:ext cx="5532222" cy="470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447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F25F8-8830-2ADF-8BEA-413B8EB48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759FC8-667D-010C-554F-B7CEE9481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Diffusion models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9738E36-3E9F-B018-76FB-444E587B9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 err="1"/>
              <a:t>Especially</a:t>
            </a:r>
            <a:r>
              <a:rPr lang="da-DK" dirty="0"/>
              <a:t> for </a:t>
            </a:r>
            <a:r>
              <a:rPr lang="da-DK" dirty="0" err="1"/>
              <a:t>complex</a:t>
            </a:r>
            <a:r>
              <a:rPr lang="da-DK" dirty="0"/>
              <a:t> situations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8030AE1C-6E56-7FD1-C96D-72D042A89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A9012-99F9-450D-B679-F272DDE9E7FC}" type="datetime1">
              <a:rPr lang="da-DK" smtClean="0"/>
              <a:t>06-06-2026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7837984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AE90B-AEAF-6C7C-FB10-C882345F1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06F330-F7F9-8471-F989-9ECBC440C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Diffusion models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32E9236-9127-6FC5-4EC2-8613A59E7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a-DK" dirty="0"/>
              <a:t>Diffusion models 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97608109-FEB5-C23F-0A15-78EF70771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A9012-99F9-450D-B679-F272DDE9E7FC}" type="datetime1">
              <a:rPr lang="da-DK" smtClean="0"/>
              <a:t>06-06-2026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0013123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9B3C35-F554-1BE5-0E63-C440F506E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Diffusion models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776158E-1EA2-9F24-322A-49C2E0E52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781790" y="1960079"/>
            <a:ext cx="10220325" cy="3937484"/>
          </a:xfrm>
        </p:spPr>
        <p:txBody>
          <a:bodyPr/>
          <a:lstStyle/>
          <a:p>
            <a:r>
              <a:rPr lang="da-DK" dirty="0"/>
              <a:t>hej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0B547133-81F5-C9E8-3878-3955A2601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16CDE-95A7-4B76-AC24-5DD1281AC3B4}" type="datetime1">
              <a:rPr lang="da-DK" smtClean="0"/>
              <a:t>06-06-2026</a:t>
            </a:fld>
            <a:endParaRPr lang="da-DK" dirty="0"/>
          </a:p>
        </p:txBody>
      </p:sp>
      <p:pic>
        <p:nvPicPr>
          <p:cNvPr id="78" name="Billede 77" descr="Et billede, der indeholder diagram, kvadratisk, tekst, linje/række&#10;&#10;AI-genereret indhold kan være ukorrekt.">
            <a:extLst>
              <a:ext uri="{FF2B5EF4-FFF2-40B4-BE49-F238E27FC236}">
                <a16:creationId xmlns:a16="http://schemas.microsoft.com/office/drawing/2014/main" id="{17BCA165-D6D5-AC6A-A955-0D094D81AF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8388" y="1186138"/>
            <a:ext cx="5532222" cy="470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042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5C8842-1949-4DFC-AB19-D15717787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Implementation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64C60AF-409F-C091-E034-34F030FF3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B372499-358A-34C7-26AC-05C527148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C4603-1403-47A3-A603-AFF51D07CC91}" type="datetime1">
              <a:rPr lang="da-DK" smtClean="0"/>
              <a:t>06-06-2026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355098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2C088B-3709-65DC-4E9C-28A4D35EE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Main </a:t>
            </a:r>
            <a:r>
              <a:rPr lang="da-DK" dirty="0" err="1"/>
              <a:t>results</a:t>
            </a:r>
            <a:endParaRPr lang="da-DK" dirty="0"/>
          </a:p>
        </p:txBody>
      </p:sp>
      <p:pic>
        <p:nvPicPr>
          <p:cNvPr id="6" name="Pladsholder til indhold 5">
            <a:extLst>
              <a:ext uri="{FF2B5EF4-FFF2-40B4-BE49-F238E27FC236}">
                <a16:creationId xmlns:a16="http://schemas.microsoft.com/office/drawing/2014/main" id="{374176C8-421A-FD43-BC1E-69BE45C366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81812" y="1783259"/>
            <a:ext cx="9025200" cy="4140000"/>
          </a:xfrm>
        </p:spPr>
      </p:pic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1A29E85-380C-377D-79FA-DCF134530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5F783-37A3-4FDF-B0A4-3DCF78A1F576}" type="datetime1">
              <a:rPr lang="da-DK" smtClean="0"/>
              <a:t>06-06-2026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29997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DEF6AD-A162-8844-6DAC-171BA68FD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Main </a:t>
            </a:r>
            <a:r>
              <a:rPr lang="da-DK" dirty="0" err="1"/>
              <a:t>results</a:t>
            </a:r>
            <a:endParaRPr lang="da-DK" dirty="0"/>
          </a:p>
        </p:txBody>
      </p:sp>
      <p:pic>
        <p:nvPicPr>
          <p:cNvPr id="6" name="Pladsholder til indhold 5">
            <a:extLst>
              <a:ext uri="{FF2B5EF4-FFF2-40B4-BE49-F238E27FC236}">
                <a16:creationId xmlns:a16="http://schemas.microsoft.com/office/drawing/2014/main" id="{B9C05493-EEB6-22D3-EC8D-8533DDC947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81812" y="1754194"/>
            <a:ext cx="9025200" cy="4140000"/>
          </a:xfrm>
        </p:spPr>
      </p:pic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FF45F53-A411-6297-F6D7-E20B6B244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33D50-7C47-40EB-8713-EF433D7A7006}" type="datetime1">
              <a:rPr lang="da-DK" smtClean="0"/>
              <a:t>06-06-2026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4080051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8CD3DB-67AA-5CC4-15DE-4DA36502F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Main </a:t>
            </a:r>
            <a:r>
              <a:rPr lang="da-DK" dirty="0" err="1"/>
              <a:t>results</a:t>
            </a:r>
            <a:endParaRPr lang="da-DK" dirty="0"/>
          </a:p>
        </p:txBody>
      </p:sp>
      <p:pic>
        <p:nvPicPr>
          <p:cNvPr id="6" name="Pladsholder til indhold 5" descr="Et billede, der indeholder tekst, skærmbillede, Farverigt, mønster&#10;&#10;AI-genereret indhold kan være ukorrekt.">
            <a:extLst>
              <a:ext uri="{FF2B5EF4-FFF2-40B4-BE49-F238E27FC236}">
                <a16:creationId xmlns:a16="http://schemas.microsoft.com/office/drawing/2014/main" id="{825F58B0-C21A-9D2D-7655-7302687DF3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5889" y="332656"/>
            <a:ext cx="5574208" cy="5901854"/>
          </a:xfrm>
        </p:spPr>
      </p:pic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252A9DD3-49C7-D2B7-42DF-D5F1317CF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F3C83-0AF9-414D-934B-968BE636E83C}" type="datetime1">
              <a:rPr lang="da-DK" smtClean="0"/>
              <a:t>06-06-2026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523010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40F199-A042-A46E-F368-31DBDB310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Main </a:t>
            </a:r>
            <a:r>
              <a:rPr lang="da-DK" dirty="0" err="1"/>
              <a:t>results</a:t>
            </a:r>
            <a:endParaRPr lang="da-DK" dirty="0"/>
          </a:p>
        </p:txBody>
      </p:sp>
      <p:pic>
        <p:nvPicPr>
          <p:cNvPr id="6" name="Pladsholder til indhold 5">
            <a:extLst>
              <a:ext uri="{FF2B5EF4-FFF2-40B4-BE49-F238E27FC236}">
                <a16:creationId xmlns:a16="http://schemas.microsoft.com/office/drawing/2014/main" id="{98B36123-127C-563C-31D1-825991D019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31134" y="1916832"/>
            <a:ext cx="8526555" cy="4058492"/>
          </a:xfrm>
        </p:spPr>
      </p:pic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2026F97C-8AAC-A74C-893B-D64EF0EF4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4AE42-1772-45EA-A5B5-4B60E900A53A}" type="datetime1">
              <a:rPr lang="da-DK" smtClean="0"/>
              <a:t>06-06-2026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6536949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21288F-8536-FCF2-E1FD-D4263CEDA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Main </a:t>
            </a:r>
            <a:r>
              <a:rPr lang="da-DK" dirty="0" err="1"/>
              <a:t>results</a:t>
            </a:r>
            <a:endParaRPr lang="da-DK" dirty="0"/>
          </a:p>
        </p:txBody>
      </p:sp>
      <p:pic>
        <p:nvPicPr>
          <p:cNvPr id="6" name="Pladsholder til indhold 5" descr="Et billede, der indeholder skærmbillede, Farverigt, mønster, Parallel&#10;&#10;AI-genereret indhold kan være ukorrekt.">
            <a:extLst>
              <a:ext uri="{FF2B5EF4-FFF2-40B4-BE49-F238E27FC236}">
                <a16:creationId xmlns:a16="http://schemas.microsoft.com/office/drawing/2014/main" id="{3D8A6319-DE9A-721E-D2F5-D8FDF5DE9E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2113" y="476672"/>
            <a:ext cx="7200800" cy="5280206"/>
          </a:xfrm>
        </p:spPr>
      </p:pic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8040D81A-6802-ABE8-6C47-6BD324EA2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AACE8-395E-46D6-8C8D-296E9727DB83}" type="datetime1">
              <a:rPr lang="da-DK" smtClean="0"/>
              <a:t>06-06-2026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0036615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DA86CF-BD7F-8BAD-F37C-56D8C90B2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Main </a:t>
            </a:r>
            <a:r>
              <a:rPr lang="da-DK" dirty="0" err="1"/>
              <a:t>results</a:t>
            </a:r>
            <a:endParaRPr lang="da-DK" dirty="0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FB3E12AA-BC4D-41DE-835F-57D27CC0C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4D22D-4AFB-42AB-935A-CE7490742ECA}" type="datetime1">
              <a:rPr lang="da-DK" smtClean="0"/>
              <a:t>06-06-2026</a:t>
            </a:fld>
            <a:endParaRPr lang="da-DK" dirty="0"/>
          </a:p>
        </p:txBody>
      </p:sp>
      <p:sp>
        <p:nvSpPr>
          <p:cNvPr id="27" name="Pladsholder til indhold 26">
            <a:extLst>
              <a:ext uri="{FF2B5EF4-FFF2-40B4-BE49-F238E27FC236}">
                <a16:creationId xmlns:a16="http://schemas.microsoft.com/office/drawing/2014/main" id="{E956FF2D-CF12-02E2-C5CC-2F728B777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5061518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740FFF-1F42-D553-AEFB-89CC8BD5C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44B0957-EBCD-3F19-DE3E-1221C84D06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24270D60-A9E0-2820-948D-DA48660D4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4115A6-11E2-42A2-A1B8-7F60C35E1CC3}" type="datetime1">
              <a:rPr lang="da-DK" smtClean="0"/>
              <a:t>06-06-2026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6173464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B2447A-EF0A-AFC9-7F90-124EF3147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6E6BA2F-CEC1-D8B5-6948-3668B261A8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5D91462-8237-D031-49BF-13E0A6646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1C7642-A9D5-491E-A962-F28AA5F860E1}" type="datetime1">
              <a:rPr lang="da-DK" smtClean="0"/>
              <a:t>06-06-2026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2270671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59D87E-5BA0-EC5B-E545-E20BA1CBA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Concluding</a:t>
            </a:r>
            <a:r>
              <a:rPr lang="da-DK" dirty="0"/>
              <a:t> </a:t>
            </a:r>
            <a:r>
              <a:rPr lang="da-DK" dirty="0" err="1"/>
              <a:t>remarks</a:t>
            </a:r>
            <a:endParaRPr lang="da-DK" dirty="0"/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A57F6FA-66F8-A315-4442-0086DD41A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827A06F-FB3D-2499-CA1B-CE264B0B4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9E62D-215C-46BE-A0FB-CF6E4E6145B7}" type="datetime1">
              <a:rPr lang="da-DK" smtClean="0"/>
              <a:t>06-06-2026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4177504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EBD85B7D-E9A5-49E0-8ACF-AF93CE3E556F}" type="datetime1">
              <a:rPr lang="da-DK" noProof="0" smtClean="0"/>
              <a:t>06-06-2026</a:t>
            </a:fld>
            <a:endParaRPr lang="da-DK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lvl="0"/>
            <a:r>
              <a:rPr lang="da-DK" noProof="0" dirty="0"/>
              <a:t>Insert Quote text, for next level ENTER and TAB</a:t>
            </a:r>
            <a:endParaRPr lang="da-DK" dirty="0"/>
          </a:p>
          <a:p>
            <a:pPr lvl="1"/>
            <a:r>
              <a:rPr lang="da-DK" noProof="0" dirty="0"/>
              <a:t>Insert Name</a:t>
            </a:r>
            <a:endParaRPr lang="da-DK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1861599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custData r:id="rId1"/>
      <p:custData r:id="rId2"/>
      <p:tags r:id="rId3"/>
    </p:custDataLst>
    <p:extLst>
      <p:ext uri="{BB962C8B-B14F-4D97-AF65-F5344CB8AC3E}">
        <p14:creationId xmlns:p14="http://schemas.microsoft.com/office/powerpoint/2010/main" val="21396981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FYSLIDEID" val="63623543737474598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FYSLIDEID" val="63623543737490223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FYSLIDEID" val="63623543737508929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FYSLIDEID" val="636235437375566864"/>
</p:tagLst>
</file>

<file path=ppt/theme/theme1.xml><?xml version="1.0" encoding="utf-8"?>
<a:theme xmlns:a="http://schemas.openxmlformats.org/drawingml/2006/main" name="AU 16:9">
  <a:themeElements>
    <a:clrScheme name="01 AU Blue">
      <a:dk1>
        <a:srgbClr val="000000"/>
      </a:dk1>
      <a:lt1>
        <a:srgbClr val="FFFFFF"/>
      </a:lt1>
      <a:dk2>
        <a:srgbClr val="002546"/>
      </a:dk2>
      <a:lt2>
        <a:srgbClr val="002546"/>
      </a:lt2>
      <a:accent1>
        <a:srgbClr val="0A1449"/>
      </a:accent1>
      <a:accent2>
        <a:srgbClr val="183D83"/>
      </a:accent2>
      <a:accent3>
        <a:srgbClr val="87D1F4"/>
      </a:accent3>
      <a:accent4>
        <a:srgbClr val="33525F"/>
      </a:accent4>
      <a:accent5>
        <a:srgbClr val="548195"/>
      </a:accent5>
      <a:accent6>
        <a:srgbClr val="C6C6C6"/>
      </a:accent6>
      <a:hlink>
        <a:srgbClr val="03428E"/>
      </a:hlink>
      <a:folHlink>
        <a:srgbClr val="03428E"/>
      </a:folHlink>
    </a:clrScheme>
    <a:fontScheme name="AU Passata">
      <a:majorFont>
        <a:latin typeface="AU Passata"/>
        <a:ea typeface=""/>
        <a:cs typeface=""/>
      </a:majorFont>
      <a:minorFont>
        <a:latin typeface="AU Passat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/>
        </a:solidFill>
        <a:ln w="1778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  <a:noAutofit/>
      </a:bodyPr>
      <a:lstStyle>
        <a:defPPr marL="0" marR="0" indent="0" algn="l" defTabSz="914400" rtl="0" eaLnBrk="1" fontAlgn="base" latinLnBrk="0" hangingPunct="1">
          <a:lnSpc>
            <a:spcPct val="95000"/>
          </a:lnSpc>
          <a:spcBef>
            <a:spcPct val="0"/>
          </a:spcBef>
          <a:spcAft>
            <a:spcPct val="0"/>
          </a:spcAft>
          <a:buClrTx/>
          <a:buSzTx/>
          <a:buFont typeface="AU Passata" pitchFamily="34" charset="0"/>
          <a:buNone/>
          <a:tabLst/>
          <a:defRPr kumimoji="0" sz="1600" b="0" i="0" u="none" strike="noStrike" cap="none" normalizeH="0" baseline="0" dirty="0" err="1">
            <a:ln>
              <a:noFill/>
            </a:ln>
            <a:solidFill>
              <a:schemeClr val="bg1"/>
            </a:solidFill>
            <a:effectLst/>
            <a:latin typeface="AU Passat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2"/>
        </a:solidFill>
        <a:ln w="1778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ts val="3600"/>
          </a:lnSpc>
          <a:spcBef>
            <a:spcPct val="0"/>
          </a:spcBef>
          <a:spcAft>
            <a:spcPct val="0"/>
          </a:spcAft>
          <a:buClrTx/>
          <a:buSzTx/>
          <a:buFont typeface="AU Passata" pitchFamily="34" charset="0"/>
          <a:buNone/>
          <a:tabLst/>
          <a:defRPr kumimoji="0" lang="en-US" sz="3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U Passata" pitchFamily="34" charset="0"/>
          </a:defRPr>
        </a:defPPr>
      </a:lst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95000"/>
          </a:lnSpc>
          <a:defRPr sz="1600" dirty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U PowerPoint Template 16-9.potx" id="{7A6F7BDC-B87C-43B1-A03F-8FC29EB8E4AA}" vid="{0342C178-0357-4DD1-B9D7-A15D067ACA9C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item1.xml><?xml version="1.0" encoding="utf-8"?>
<TemplafyTemplateConfiguration><![CDATA[{"elementsMetadata":[{"type":"shape","id":"65a04356-92b6-4a47-918e-78a50a76f164","elementConfiguration":{"binding":"{{FormatDateTime(Form.Date, \"d. MMMM yyyy\")}}","visibility":"","type":"text","disableUpdates":false}},{"type":"shape","id":"34bec9ce-27a1-41b7-9220-0f139f36445d","elementConfiguration":{"binding":"{{Form.EventOccasion}}","visibility":"","type":"text","disableUpdates":false}},{"type":"shape","id":"af76ede1-dd33-4b10-b8df-0a1c8dc4b0a6","elementConfiguration":{"binding":"{{Switch(UserProfile.DocumentLanguage.Language,\"da-DK\",UserProfile.Title,\"en-GB\",UserProfile.Title_EN,UserProfile.Title)}}","visibility":"","type":"text","disableUpdates":false}},{"type":"shape","id":"003efdc0-fa5f-41a3-b511-5e0eb11449c7","elementConfiguration":{"binding":"{{UserProfile.Name}}","visibility":"","type":"text","disableUpdates":false}},{"type":"shape","id":"d5e1fcf2-d2e7-4f04-a62e-ca95fb70fb04","elementConfiguration":{"inheritDimensions":"{{InheritDimensions.InheritNone}}","width":"4.61 cm","height":"1.55 cm","image":"{{UserProfile.UnitId.ExtraLogoRef.ImageRightAlignedRef.ImageFile}}","visibility":"","type":"image","disableUpdates":false}},{"type":"shape","id":"91499ec8-aec3-4d12-8320-346db94fb6d7","elementConfiguration":{"binding":"{{UserProfile.UnitId.Logo2}}","visibility":"","type":"text","disableUpdates":false}},{"type":"shape","id":"eada565a-e515-49e3-8e79-6fc20c12cb5a","elementConfiguration":{"binding":"{{UserProfile.UnitId.Logo1PowerPoint}}","visibility":"","type":"text","disableUpdates":false}},{"type":"shape","id":"d2c807bf-c20a-4e6d-a799-6fcff6951647","elementConfiguration":{"binding":"{{FormatDateTime(Form.Date, \"d. MMMM yyyy\")}}","visibility":"","type":"text","disableUpdates":false}},{"type":"shape","id":"a73d03e7-4f3f-4aa5-97fe-5cd33606c1c3","elementConfiguration":{"binding":"{{Form.EventOccasion}}","visibility":"","type":"text","disableUpdates":false}},{"type":"shape","id":"8af0f282-0d34-48a1-86b8-ed605fc649c7","elementConfiguration":{"inheritDimensions":"{{InheritDimensions.InheritNone}}","width":"4.61 cm","height":"1.55 cm","image":"{{UserProfile.UnitId.ExtraLogoRef.ImageRightAlignedNegRef.ImageFile}}","visibility":"","type":"image","disableUpdates":false}},{"type":"shape","id":"a807b095-5570-4fae-855d-6e3bdcf63943","elementConfiguration":{"binding":"{{UserProfile.UnitId.Logo2}}","visibility":"","type":"text","disableUpdates":false}},{"type":"shape","id":"6681ad5b-db83-4810-b13c-3cb68ee472ad","elementConfiguration":{"binding":"{{UserProfile.UnitId.Logo1PowerPoint}}","visibility":"","type":"text","disableUpdates":false}},{"type":"shape","id":"6f354c93-c798-4ba9-8ac3-fd677919f6d4","elementConfiguration":{"binding":"{{FormatDateTime(Form.Date, \"d. MMMM yyyy\")}}","visibility":"","type":"text","disableUpdates":false}},{"type":"shape","id":"1d1e319b-bee2-4df3-9881-3810f7297c02","elementConfiguration":{"binding":"{{Form.EventOccasion}}","visibility":"","type":"text","disableUpdates":false}},{"type":"shape","id":"4c0bec3a-e649-499b-a9a8-276547db97b5","elementConfiguration":{"binding":"{{UserProfile.Name}}","visibility":"","type":"text","disableUpdates":false}},{"type":"shape","id":"7b63a425-627c-4de1-973d-2cd70fe4e1ce","elementConfiguration":{"inheritDimensions":"{{InheritDimensions.InheritNone}}","width":"4.61 cm","height":"1.55 cm","image":"{{UserProfile.UnitId.ExtraLogoRef.ImageRightAlignedNegRef.ImageFile}}","visibility":"","type":"image","disableUpdates":false}},{"type":"shape","id":"5f7c3f31-b8cd-430b-a6c9-7f1b5ba6d31a","elementConfiguration":{"binding":"{{UserProfile.UnitId.Logo2}}","visibility":"","type":"text","disableUpdates":false}},{"type":"shape","id":"83e6068b-23fc-462f-b087-7e013c912135","elementConfiguration":{"binding":"{{UserProfile.UnitId.Logo1PowerPoint}}","visibility":"","type":"text","disableUpdates":false}},{"type":"shape","id":"8ab1cd0c-11c5-45fe-abeb-5bbaf2151f44","elementConfiguration":{"binding":"{{UserProfile.UnitId.Logo1PowerPoint}}","visibility":"","type":"text","disableUpdates":false}},{"type":"shape","id":"07caea8f-f210-46aa-b306-3076171569b2","elementConfiguration":{"binding":"{{FormatDateTime(Form.Date, \"d. MMMM yyyy\")}}","visibility":"","type":"text","disableUpdates":false}},{"type":"shape","id":"a8277224-1f32-4b13-9ad0-1f6f046b510f","elementConfiguration":{"binding":"{{Form.EventOccasion}}","visibility":"","type":"text","disableUpdates":false}},{"type":"shape","id":"b9093ede-f8a8-4f02-a984-c7acfb0628ee","elementConfiguration":{"binding":"{{Switch(UserProfile.DocumentLanguage.Language,\"da-DK\",UserProfile.Title,\"en-GB\",UserProfile.Title_EN,UserProfile.Title)}}","visibility":"","type":"text","disableUpdates":false}},{"type":"shape","id":"5b9ae2e7-b9c0-447e-82a2-c203a5209709","elementConfiguration":{"binding":"{{UserProfile.Name}}","visibility":"","type":"text","disableUpdates":false}},{"type":"shape","id":"8b3d44c0-608e-482e-94ab-265db9854a3f","elementConfiguration":{"inheritDimensions":"{{InheritDimensions.InheritNone}}","width":"4.61 cm","height":"1.55 cm","image":"{{UserProfile.UnitId.ExtraLogoRef.ImageRightAlignedNegRef.ImageFile}}","visibility":"","type":"image","disableUpdates":false}},{"type":"shape","id":"66da79b1-3c8e-4ecf-8cca-7f06e57a109c","elementConfiguration":{"binding":"{{UserProfile.UnitId.Logo2}}","visibility":"","type":"text","disableUpdates":false}},{"type":"shape","id":"792ceb35-74b2-4f4a-872c-6eda26ad0e3c","elementConfiguration":{"binding":"{{UserProfile.UnitId.Logo1PowerPoint}}","visibility":"","type":"text","disableUpdates":false}}],"transformationConfigurations":[{"language":"{{DocumentLanguage}}","disableUpdates":false,"type":"proofingLanguage"},{"colorTheme":"{{Form.ChooseColorTheme.ColorThemeRef.ColorTheme}}","disableUpdates":false,"originalColorThemeXml":"<a:clrScheme name=\"01 AU Blue\" xmlns:a=\"http://schemas.openxmlformats.org/drawingml/2006/main\"><a:dk1><a:srgbClr val=\"000000\" /></a:dk1><a:lt1><a:srgbClr val=\"FFFFFF\" /></a:lt1><a:dk2><a:srgbClr val=\"002546\" /></a:dk2><a:lt2><a:srgbClr val=\"002546\" /></a:lt2><a:accent1><a:srgbClr val=\"0A1449\" /></a:accent1><a:accent2><a:srgbClr val=\"183D83\" /></a:accent2><a:accent3><a:srgbClr val=\"87D1F4\" /></a:accent3><a:accent4><a:srgbClr val=\"33525F\" /></a:accent4><a:accent5><a:srgbClr val=\"548195\" /></a:accent5><a:accent6><a:srgbClr val=\"C6C6C6\" /></a:accent6><a:hlink><a:srgbClr val=\"03428E\" /></a:hlink><a:folHlink><a:srgbClr val=\"03428E\" /></a:folHlink></a:clrScheme>","type":"colorTheme"}],"templateName":"PowerPoint skabelon","templateDescription":"PowerPoint template 16:9 (convertible to 16:10 or 4:3)","enableDocumentContentUpdater":true,"version":"2.0"}]]></TemplafyTemplateConfiguration>
</file>

<file path=customXml/item2.xml><?xml version="1.0" encoding="utf-8"?>
<TemplafySlideTemplateConfiguration><![CDATA[{"slideVersion":4,"isValidatorEnabled":false,"isLocked":false,"elementsMetadata":[{"type":"shape","elementConfiguration":{"binding":"{{UserProfile.UnitId.Logo1PowerPoint}}","visibility":"","type":"text","disableUpdates":false}}],"slideId":"638344221285170220","enableDocumentContentUpdater":false,"version":"2.0"}]]></TemplafySlideTemplateConfiguration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SlideTemplateConfiguration><![CDATA[{"slideVersion":4,"isValidatorEnabled":false,"isLocked":false,"elementsMetadata":[],"slideId":"638344221285091994","enableDocumentContentUpdater":false,"version":"2.0"}]]></TemplafySlideTemplateConfiguration>
</file>

<file path=customXml/item5.xml><?xml version="1.0" encoding="utf-8"?>
<TemplafySlideFormConfiguration><![CDATA[{"formFields":[],"formDataEntries":[]}]]></TemplafySlideFormConfiguration>
</file>

<file path=customXml/item6.xml><?xml version="1.0" encoding="utf-8"?>
<TemplafySlideFormConfiguration><![CDATA[{"formFields":[{"required":true,"helpTexts":{},"spacing":{},"shareValue":false,"type":"datePicker","name":"Date","label":"Date"},{"required":false,"placeholder":"","lines":1,"helpTexts":{},"spacing":{},"shareValue":false,"type":"textBox","name":"EventOccasion","label":"Event / Occasion"}],"formDataEntries":[]}]]></TemplafySlideFormConfiguration>
</file>

<file path=customXml/item7.xml><?xml version="1.0" encoding="utf-8"?>
<TemplafySlideTemplateConfiguration><![CDATA[{"slideVersion":4,"isValidatorEnabled":false,"isLocked":false,"elementsMetadata":[],"slideId":"638344221285055523","enableDocumentContentUpdater":false,"version":"2.0"}]]></TemplafySlideTemplateConfiguration>
</file>

<file path=customXml/item8.xml><?xml version="1.0" encoding="utf-8"?>
<TemplafySlideFormConfiguration><![CDATA[{"formFields":[],"formDataEntries":[]}]]></TemplafySlideFormConfiguration>
</file>

<file path=customXml/item9.xml><?xml version="1.0" encoding="utf-8"?>
<TemplafySlideFormConfiguration><![CDATA[{"formFields":[],"formDataEntries":[]}]]></TemplafySlideFormConfiguration>
</file>

<file path=customXml/item10.xml><?xml version="1.0" encoding="utf-8"?>
<TemplafySlideTemplateConfiguration><![CDATA[{"slideVersion":4,"isValidatorEnabled":false,"isLocked":false,"elementsMetadata":[],"slideId":"638344221285072627","enableDocumentContentUpdater":false,"version":"2.0"}]]></TemplafySlideTemplateConfiguration>
</file>

<file path=customXml/item11.xml><?xml version="1.0" encoding="utf-8"?>
<TemplafySlideTemplateConfiguration><![CDATA[{"slideVersion":4,"isValidatorEnabled":false,"isLocked":false,"elementsMetadata":[{"type":"shape","elementConfiguration":{"binding":"{{FormatDateTime(Form.Date, \"d. MMMM yyyy\")}}","visibility":"","type":"text","disableUpdates":false}},{"type":"shape","elementConfiguration":{"binding":"{{Form.EventOccasion}}","visibility":"","type":"text","disableUpdates":false}},{"type":"shape","elementConfiguration":{"binding":"{{Switch(UserProfile.DocumentLanguage.Language,\"da-DK\",UserProfile.Title,\"en-GB\",UserProfile.Title_EN,UserProfile.Title)}}","visibility":"","type":"text","disableUpdates":false}},{"type":"shape","elementConfiguration":{"binding":"{{UserProfile.Name}}","visibility":"","type":"text","disableUpdates":false}},{"type":"shape","elementConfiguration":{"inheritDimensions":"{{InheritDimensions.InheritNone}}","width":"4.61 cm","height":"1.55 cm","image":"{{UserProfile.UnitId.ExtraLogoRef.ImageRightAlignedNegRef.ImageFile}}","visibility":"","type":"image","disableUpdates":false}},{"type":"shape","elementConfiguration":{"binding":"{{UserProfile.UnitId.Logo2}}","visibility":"","type":"text","disableUpdates":false}},{"type":"shape","elementConfiguration":{"binding":"{{UserProfile.UnitId.Logo1PowerPoint}}","visibility":"","type":"text","disableUpdates":false}}],"slideId":"638344221284623770","enableDocumentContentUpdater":false,"version":"2.0"}]]></TemplafySlideTemplateConfiguration>
</file>

<file path=customXml/item12.xml><?xml version="1.0" encoding="utf-8"?>
<TemplafyFormConfiguration><![CDATA[{"formFields":[{"required":true,"helpTexts":{},"spacing":{},"shareValue":false,"type":"datePicker","name":"Date","label":"Date"},{"required":false,"placeholder":"","lines":1,"helpTexts":{},"spacing":{},"shareValue":false,"type":"textBox","name":"EventOccasion","label":"Event / Occasion"},{"distinct":false,"hideIfNoUserInteractionRequired":false,"required":false,"defaultValue":"Blå","autoSelectFirstOption":false,"helpTexts":{},"spacing":{},"shareValue":false,"type":"dropDown","dataSourceName":"ColorThemePowerPoint","dataSourceFieldName":"Name","name":"ChooseColorTheme","label":"Choose Color theme"}],"formDataEntries":[{"name":"Date","value":"kcacoUdsG20hIWwrFpZxAQ=="},{"name":"EventOccasion","value":"DTZAF4jv4hJkicHBWkjdVYsY9x2qnV1yaoBlETy0o0E="},{"name":"ChooseColorTheme","value":"XmRlVpWiose5Rf1eG6aJznCjkbXXnh6o3o1+21OmFqQ="}]}]]></TemplafyFormConfiguration>
</file>

<file path=customXml/itemProps1.xml><?xml version="1.0" encoding="utf-8"?>
<ds:datastoreItem xmlns:ds="http://schemas.openxmlformats.org/officeDocument/2006/customXml" ds:itemID="{AFC86994-F0FF-421B-841D-005E37E2CB9C}">
  <ds:schemaRefs/>
</ds:datastoreItem>
</file>

<file path=customXml/itemProps2.xml><?xml version="1.0" encoding="utf-8"?>
<ds:datastoreItem xmlns:ds="http://schemas.openxmlformats.org/officeDocument/2006/customXml" ds:itemID="{F6929CAD-9C4B-4C57-B5A5-181E7E3C58CB}">
  <ds:schemaRefs/>
</ds:datastoreItem>
</file>

<file path=customXml/itemProps3.xml><?xml version="1.0" encoding="utf-8"?>
<ds:datastoreItem xmlns:ds="http://schemas.openxmlformats.org/officeDocument/2006/customXml" ds:itemID="{F6BDCACD-D9F5-4F4E-8192-10C1008EFFE8}">
  <ds:schemaRefs/>
</ds:datastoreItem>
</file>

<file path=customXml/itemProps4.xml><?xml version="1.0" encoding="utf-8"?>
<ds:datastoreItem xmlns:ds="http://schemas.openxmlformats.org/officeDocument/2006/customXml" ds:itemID="{D8EFAE61-AC68-4E39-9D00-2ECB552AF7C0}">
  <ds:schemaRefs/>
</ds:datastoreItem>
</file>

<file path=customXml/itemProps5.xml><?xml version="1.0" encoding="utf-8"?>
<ds:datastoreItem xmlns:ds="http://schemas.openxmlformats.org/officeDocument/2006/customXml" ds:itemID="{E6076CFF-B2D0-45B5-8D6B-A70E14E9B3D8}">
  <ds:schemaRefs/>
</ds:datastoreItem>
</file>

<file path=customXml/itemProps6.xml><?xml version="1.0" encoding="utf-8"?>
<ds:datastoreItem xmlns:ds="http://schemas.openxmlformats.org/officeDocument/2006/customXml" ds:itemID="{7E04581C-D7FD-4482-805D-038A22FDA87B}">
  <ds:schemaRefs/>
</ds:datastoreItem>
</file>

<file path=customXml/itemProps7.xml><?xml version="1.0" encoding="utf-8"?>
<ds:datastoreItem xmlns:ds="http://schemas.openxmlformats.org/officeDocument/2006/customXml" ds:itemID="{3711B4B0-0534-4D87-9554-EE0E3A45C434}">
  <ds:schemaRefs/>
</ds:datastoreItem>
</file>

<file path=customXml/itemProps8.xml><?xml version="1.0" encoding="utf-8"?>
<ds:datastoreItem xmlns:ds="http://schemas.openxmlformats.org/officeDocument/2006/customXml" ds:itemID="{CDCAD78D-4B75-4D6D-A12C-4D7099050C85}">
  <ds:schemaRefs/>
</ds:datastoreItem>
</file>

<file path=customXml/itemProps9.xml><?xml version="1.0" encoding="utf-8"?>
<ds:datastoreItem xmlns:ds="http://schemas.openxmlformats.org/officeDocument/2006/customXml" ds:itemID="{065744AD-6466-4C46-AE6F-83D8FBC1C1CF}">
  <ds:schemaRefs/>
</ds:datastoreItem>
</file>

<file path=customXml/itemProps10.xml><?xml version="1.0" encoding="utf-8"?>
<ds:datastoreItem xmlns:ds="http://schemas.openxmlformats.org/officeDocument/2006/customXml" ds:itemID="{3643F53D-29F6-46FD-9FF1-B40DF29295C1}">
  <ds:schemaRefs/>
</ds:datastoreItem>
</file>

<file path=customXml/itemProps11.xml><?xml version="1.0" encoding="utf-8"?>
<ds:datastoreItem xmlns:ds="http://schemas.openxmlformats.org/officeDocument/2006/customXml" ds:itemID="{B2CA2D4C-0385-4D99-AB8D-7792A88C817E}">
  <ds:schemaRefs/>
</ds:datastoreItem>
</file>

<file path=customXml/itemProps12.xml><?xml version="1.0" encoding="utf-8"?>
<ds:datastoreItem xmlns:ds="http://schemas.openxmlformats.org/officeDocument/2006/customXml" ds:itemID="{7DA86E9B-4135-4144-9EBF-FD9F3AFEC348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215</Words>
  <Application>Microsoft Office PowerPoint</Application>
  <PresentationFormat>Brugerdefineret</PresentationFormat>
  <Paragraphs>56</Paragraphs>
  <Slides>23</Slides>
  <Notes>2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7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23</vt:i4>
      </vt:variant>
    </vt:vector>
  </HeadingPairs>
  <TitlesOfParts>
    <vt:vector size="31" baseType="lpstr">
      <vt:lpstr>Georgia</vt:lpstr>
      <vt:lpstr>Cambria Math</vt:lpstr>
      <vt:lpstr>Calibri</vt:lpstr>
      <vt:lpstr>Arial</vt:lpstr>
      <vt:lpstr>AU Peto</vt:lpstr>
      <vt:lpstr>AU Passata</vt:lpstr>
      <vt:lpstr>AU Passata Light</vt:lpstr>
      <vt:lpstr>AU 16:9</vt:lpstr>
      <vt:lpstr>Discrete Denoising Diffusion Probabilistic models – in inverse design of metal alloy catalysts </vt:lpstr>
      <vt:lpstr>Outline</vt:lpstr>
      <vt:lpstr>Introduction</vt:lpstr>
      <vt:lpstr>Introduction</vt:lpstr>
      <vt:lpstr>Introduction</vt:lpstr>
      <vt:lpstr>Problem statement</vt:lpstr>
      <vt:lpstr>Diffusion models</vt:lpstr>
      <vt:lpstr>Diffusion models</vt:lpstr>
      <vt:lpstr>Diffusion models</vt:lpstr>
      <vt:lpstr>Diffusion models</vt:lpstr>
      <vt:lpstr>Diffusion models</vt:lpstr>
      <vt:lpstr>Implementation</vt:lpstr>
      <vt:lpstr>Main results</vt:lpstr>
      <vt:lpstr>Main results</vt:lpstr>
      <vt:lpstr>Main results</vt:lpstr>
      <vt:lpstr>Main results</vt:lpstr>
      <vt:lpstr>Main results</vt:lpstr>
      <vt:lpstr>Main results</vt:lpstr>
      <vt:lpstr>PowerPoint-præsentation</vt:lpstr>
      <vt:lpstr>PowerPoint-præsentation</vt:lpstr>
      <vt:lpstr>Concluding remarks</vt:lpstr>
      <vt:lpstr>PowerPoint-præsentation</vt:lpstr>
      <vt:lpstr>PowerPoint-præsentation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Karsten Walz Jensen</dc:creator>
  <cp:lastModifiedBy>Karsten Walz Jensen</cp:lastModifiedBy>
  <cp:revision>14</cp:revision>
  <dcterms:created xsi:type="dcterms:W3CDTF">2026-06-03T15:25:01Z</dcterms:created>
  <dcterms:modified xsi:type="dcterms:W3CDTF">2026-06-06T20:36:36Z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 by:">
    <vt:lpwstr>omnidocs.com</vt:lpwstr>
  </property>
  <property fmtid="{D5CDD505-2E9C-101B-9397-08002B2CF9AE}" pid="3" name="colorthemechange">
    <vt:lpwstr>true</vt:lpwstr>
  </property>
  <property fmtid="{D5CDD505-2E9C-101B-9397-08002B2CF9AE}" pid="4" name="TemplafyTimeStamp">
    <vt:lpwstr>2026-01-26T10:17:35</vt:lpwstr>
  </property>
  <property fmtid="{D5CDD505-2E9C-101B-9397-08002B2CF9AE}" pid="5" name="TemplafyTenantId">
    <vt:lpwstr>auoffice</vt:lpwstr>
  </property>
  <property fmtid="{D5CDD505-2E9C-101B-9397-08002B2CF9AE}" pid="6" name="TemplafyTemplateId">
    <vt:lpwstr>766163489789838292</vt:lpwstr>
  </property>
  <property fmtid="{D5CDD505-2E9C-101B-9397-08002B2CF9AE}" pid="7" name="TemplafyUserProfileId">
    <vt:lpwstr>1214436801446674453</vt:lpwstr>
  </property>
  <property fmtid="{D5CDD505-2E9C-101B-9397-08002B2CF9AE}" pid="8" name="TemplafyLanguageCode">
    <vt:lpwstr>da-DK</vt:lpwstr>
  </property>
  <property fmtid="{D5CDD505-2E9C-101B-9397-08002B2CF9AE}" pid="9" name="TemplafyFromBlank">
    <vt:bool>false</vt:bool>
  </property>
</Properties>
</file>