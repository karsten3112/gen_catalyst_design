
<file path=[Content_Types].xml><?xml version="1.0" encoding="utf-8"?>
<Types xmlns="http://schemas.openxmlformats.org/package/2006/content-types">
  <Default Extension="bin" ContentType="image/png"/>
  <Default Extension="emf" ContentType="image/x-emf"/>
  <Default Extension="fntdata" ContentType="application/x-fontdata"/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customXml/itemProps4.xml" ContentType="application/vnd.openxmlformats-officedocument.customXmlProperties+xml"/>
  <Override PartName="/customXml/itemProps5.xml" ContentType="application/vnd.openxmlformats-officedocument.customXmlProperties+xml"/>
  <Override PartName="/customXml/itemProps6.xml" ContentType="application/vnd.openxmlformats-officedocument.customXmlProperties+xml"/>
  <Override PartName="/customXml/itemProps7.xml" ContentType="application/vnd.openxmlformats-officedocument.customXmlProperties+xml"/>
  <Override PartName="/customXml/itemProps8.xml" ContentType="application/vnd.openxmlformats-officedocument.customXmlProperties+xml"/>
  <Override PartName="/customXml/itemProps9.xml" ContentType="application/vnd.openxmlformats-officedocument.customXmlProperties+xml"/>
  <Override PartName="/customXml/itemProps10.xml" ContentType="application/vnd.openxmlformats-officedocument.customXmlProperties+xml"/>
  <Override PartName="/customXml/itemProps11.xml" ContentType="application/vnd.openxmlformats-officedocument.customXmlProperties+xml"/>
  <Override PartName="/customXml/itemProps12.xml" ContentType="application/vnd.openxmlformats-officedocument.customXmlProperties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tags/tag1.xml" ContentType="application/vnd.openxmlformats-officedocument.presentationml.tags+xml"/>
  <Override PartName="/ppt/tags/tag2.xml" ContentType="application/vnd.openxmlformats-officedocument.presentationml.tags+xml"/>
  <Override PartName="/ppt/tags/tag3.xml" ContentType="application/vnd.openxmlformats-officedocument.presentationml.tags+xml"/>
  <Override PartName="/ppt/notesSlides/notesSlide1.xml" ContentType="application/vnd.openxmlformats-officedocument.presentationml.notesSlide+xml"/>
  <Override PartName="/ppt/tags/tag4.xml" ContentType="application/vnd.openxmlformats-officedocument.presentationml.tags+xml"/>
  <Override PartName="/ppt/notesSlides/notesSlide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embedTrueTypeFonts="1">
  <p:sldMasterIdLst>
    <p:sldMasterId id="2147483648" r:id="rId13"/>
  </p:sldMasterIdLst>
  <p:notesMasterIdLst>
    <p:notesMasterId r:id="rId31"/>
  </p:notesMasterIdLst>
  <p:handoutMasterIdLst>
    <p:handoutMasterId r:id="rId32"/>
  </p:handoutMasterIdLst>
  <p:sldIdLst>
    <p:sldId id="261" r:id="rId14"/>
    <p:sldId id="262" r:id="rId15"/>
    <p:sldId id="258" r:id="rId16"/>
    <p:sldId id="265" r:id="rId17"/>
    <p:sldId id="267" r:id="rId18"/>
    <p:sldId id="268" r:id="rId19"/>
    <p:sldId id="269" r:id="rId20"/>
    <p:sldId id="270" r:id="rId21"/>
    <p:sldId id="271" r:id="rId22"/>
    <p:sldId id="273" r:id="rId23"/>
    <p:sldId id="274" r:id="rId24"/>
    <p:sldId id="272" r:id="rId25"/>
    <p:sldId id="276" r:id="rId26"/>
    <p:sldId id="275" r:id="rId27"/>
    <p:sldId id="266" r:id="rId28"/>
    <p:sldId id="264" r:id="rId29"/>
    <p:sldId id="260" r:id="rId30"/>
  </p:sldIdLst>
  <p:sldSz cx="12188825" cy="6858000"/>
  <p:notesSz cx="6797675" cy="9926638"/>
  <p:embeddedFontLst>
    <p:embeddedFont>
      <p:font typeface="AU Passata" panose="020B0604020202020204" charset="0"/>
      <p:regular r:id="rId33"/>
      <p:bold r:id="rId34"/>
    </p:embeddedFont>
    <p:embeddedFont>
      <p:font typeface="AU Passata Light" panose="020B0604020202020204" charset="0"/>
      <p:regular r:id="rId35"/>
      <p:bold r:id="rId36"/>
    </p:embeddedFont>
    <p:embeddedFont>
      <p:font typeface="AU Peto" panose="020B0604020202020204" charset="0"/>
      <p:regular r:id="rId37"/>
      <p:bold r:id="rId38"/>
    </p:embeddedFont>
    <p:embeddedFont>
      <p:font typeface="Georgia" panose="02040502050405020303" pitchFamily="18" charset="0"/>
      <p:regular r:id="rId39"/>
      <p:bold r:id="rId40"/>
      <p:italic r:id="rId41"/>
      <p:boldItalic r:id="rId42"/>
    </p:embeddedFont>
  </p:embeddedFontLst>
  <p:defaultTextStyle>
    <a:defPPr>
      <a:defRPr lang="en-US"/>
    </a:defPPr>
    <a:lvl1pPr algn="l" rtl="0" fontAlgn="base">
      <a:lnSpc>
        <a:spcPts val="4799"/>
      </a:lnSpc>
      <a:spcBef>
        <a:spcPct val="0"/>
      </a:spcBef>
      <a:spcAft>
        <a:spcPct val="0"/>
      </a:spcAft>
      <a:buFont typeface="AU Passata" pitchFamily="34" charset="0"/>
      <a:defRPr sz="4799" kern="1200">
        <a:solidFill>
          <a:schemeClr val="tx1"/>
        </a:solidFill>
        <a:latin typeface="AU Passata" pitchFamily="34" charset="0"/>
        <a:ea typeface="+mn-ea"/>
        <a:cs typeface="+mn-cs"/>
      </a:defRPr>
    </a:lvl1pPr>
    <a:lvl2pPr marL="609493" algn="l" rtl="0" fontAlgn="base">
      <a:lnSpc>
        <a:spcPts val="4799"/>
      </a:lnSpc>
      <a:spcBef>
        <a:spcPct val="0"/>
      </a:spcBef>
      <a:spcAft>
        <a:spcPct val="0"/>
      </a:spcAft>
      <a:buFont typeface="AU Passata" pitchFamily="34" charset="0"/>
      <a:defRPr sz="4799" kern="1200">
        <a:solidFill>
          <a:schemeClr val="tx1"/>
        </a:solidFill>
        <a:latin typeface="AU Passata" pitchFamily="34" charset="0"/>
        <a:ea typeface="+mn-ea"/>
        <a:cs typeface="+mn-cs"/>
      </a:defRPr>
    </a:lvl2pPr>
    <a:lvl3pPr marL="1218987" algn="l" rtl="0" fontAlgn="base">
      <a:lnSpc>
        <a:spcPts val="4799"/>
      </a:lnSpc>
      <a:spcBef>
        <a:spcPct val="0"/>
      </a:spcBef>
      <a:spcAft>
        <a:spcPct val="0"/>
      </a:spcAft>
      <a:buFont typeface="AU Passata" pitchFamily="34" charset="0"/>
      <a:defRPr sz="4799" kern="1200">
        <a:solidFill>
          <a:schemeClr val="tx1"/>
        </a:solidFill>
        <a:latin typeface="AU Passata" pitchFamily="34" charset="0"/>
        <a:ea typeface="+mn-ea"/>
        <a:cs typeface="+mn-cs"/>
      </a:defRPr>
    </a:lvl3pPr>
    <a:lvl4pPr marL="1828480" algn="l" rtl="0" fontAlgn="base">
      <a:lnSpc>
        <a:spcPts val="4799"/>
      </a:lnSpc>
      <a:spcBef>
        <a:spcPct val="0"/>
      </a:spcBef>
      <a:spcAft>
        <a:spcPct val="0"/>
      </a:spcAft>
      <a:buFont typeface="AU Passata" pitchFamily="34" charset="0"/>
      <a:defRPr sz="4799" kern="1200">
        <a:solidFill>
          <a:schemeClr val="tx1"/>
        </a:solidFill>
        <a:latin typeface="AU Passata" pitchFamily="34" charset="0"/>
        <a:ea typeface="+mn-ea"/>
        <a:cs typeface="+mn-cs"/>
      </a:defRPr>
    </a:lvl4pPr>
    <a:lvl5pPr marL="2437973" algn="l" rtl="0" fontAlgn="base">
      <a:lnSpc>
        <a:spcPts val="4799"/>
      </a:lnSpc>
      <a:spcBef>
        <a:spcPct val="0"/>
      </a:spcBef>
      <a:spcAft>
        <a:spcPct val="0"/>
      </a:spcAft>
      <a:buFont typeface="AU Passata" pitchFamily="34" charset="0"/>
      <a:defRPr sz="4799" kern="1200">
        <a:solidFill>
          <a:schemeClr val="tx1"/>
        </a:solidFill>
        <a:latin typeface="AU Passata" pitchFamily="34" charset="0"/>
        <a:ea typeface="+mn-ea"/>
        <a:cs typeface="+mn-cs"/>
      </a:defRPr>
    </a:lvl5pPr>
    <a:lvl6pPr marL="3047467" algn="l" defTabSz="1218987" rtl="0" eaLnBrk="1" latinLnBrk="0" hangingPunct="1">
      <a:defRPr sz="4799" kern="1200">
        <a:solidFill>
          <a:schemeClr val="tx1"/>
        </a:solidFill>
        <a:latin typeface="AU Passata" pitchFamily="34" charset="0"/>
        <a:ea typeface="+mn-ea"/>
        <a:cs typeface="+mn-cs"/>
      </a:defRPr>
    </a:lvl6pPr>
    <a:lvl7pPr marL="3656960" algn="l" defTabSz="1218987" rtl="0" eaLnBrk="1" latinLnBrk="0" hangingPunct="1">
      <a:defRPr sz="4799" kern="1200">
        <a:solidFill>
          <a:schemeClr val="tx1"/>
        </a:solidFill>
        <a:latin typeface="AU Passata" pitchFamily="34" charset="0"/>
        <a:ea typeface="+mn-ea"/>
        <a:cs typeface="+mn-cs"/>
      </a:defRPr>
    </a:lvl7pPr>
    <a:lvl8pPr marL="4266453" algn="l" defTabSz="1218987" rtl="0" eaLnBrk="1" latinLnBrk="0" hangingPunct="1">
      <a:defRPr sz="4799" kern="1200">
        <a:solidFill>
          <a:schemeClr val="tx1"/>
        </a:solidFill>
        <a:latin typeface="AU Passata" pitchFamily="34" charset="0"/>
        <a:ea typeface="+mn-ea"/>
        <a:cs typeface="+mn-cs"/>
      </a:defRPr>
    </a:lvl8pPr>
    <a:lvl9pPr marL="4875947" algn="l" defTabSz="1218987" rtl="0" eaLnBrk="1" latinLnBrk="0" hangingPunct="1">
      <a:defRPr sz="4799" kern="1200">
        <a:solidFill>
          <a:schemeClr val="tx1"/>
        </a:solidFill>
        <a:latin typeface="AU Passata" pitchFamily="34" charset="0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  <p:ext uri="{2D200454-40CA-4A62-9FC3-DE9A4176ACB9}">
      <p15:notesGuideLst xmlns:p15="http://schemas.microsoft.com/office/powerpoint/2012/main">
        <p15:guide id="1" orient="horz" pos="3127" userDrawn="1">
          <p15:clr>
            <a:srgbClr val="A4A3A4"/>
          </p15:clr>
        </p15:guide>
        <p15:guide id="2" pos="2141" userDrawn="1">
          <p15:clr>
            <a:srgbClr val="A4A3A4"/>
          </p15:clr>
        </p15:guide>
      </p15:notes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002546"/>
    <a:srgbClr val="000000"/>
    <a:srgbClr val="FFFFFF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6963" autoAdjust="0"/>
    <p:restoredTop sz="93457" autoAdjust="0"/>
  </p:normalViewPr>
  <p:slideViewPr>
    <p:cSldViewPr snapToObjects="1" showGuides="1">
      <p:cViewPr varScale="1">
        <p:scale>
          <a:sx n="103" d="100"/>
          <a:sy n="103" d="100"/>
        </p:scale>
        <p:origin x="1350" y="114"/>
      </p:cViewPr>
      <p:guideLst/>
    </p:cSldViewPr>
  </p:slideViewPr>
  <p:notesTextViewPr>
    <p:cViewPr>
      <p:scale>
        <a:sx n="100" d="100"/>
        <a:sy n="100" d="100"/>
      </p:scale>
      <p:origin x="0" y="0"/>
    </p:cViewPr>
  </p:notesTextViewPr>
  <p:sorterViewPr>
    <p:cViewPr>
      <p:scale>
        <a:sx n="100" d="100"/>
        <a:sy n="100" d="100"/>
      </p:scale>
      <p:origin x="0" y="0"/>
    </p:cViewPr>
  </p:sorterViewPr>
  <p:notesViewPr>
    <p:cSldViewPr snapToObjects="1">
      <p:cViewPr varScale="1">
        <p:scale>
          <a:sx n="87" d="100"/>
          <a:sy n="87" d="100"/>
        </p:scale>
        <p:origin x="3762" y="72"/>
      </p:cViewPr>
      <p:guideLst>
        <p:guide orient="horz" pos="3127"/>
        <p:guide pos="2141"/>
      </p:guideLst>
    </p:cSldViewPr>
  </p:notes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Master" Target="slideMasters/slideMaster1.xml"/><Relationship Id="rId18" Type="http://schemas.openxmlformats.org/officeDocument/2006/relationships/slide" Target="slides/slide5.xml"/><Relationship Id="rId26" Type="http://schemas.openxmlformats.org/officeDocument/2006/relationships/slide" Target="slides/slide13.xml"/><Relationship Id="rId39" Type="http://schemas.openxmlformats.org/officeDocument/2006/relationships/font" Target="fonts/font7.fntdata"/><Relationship Id="rId21" Type="http://schemas.openxmlformats.org/officeDocument/2006/relationships/slide" Target="slides/slide8.xml"/><Relationship Id="rId34" Type="http://schemas.openxmlformats.org/officeDocument/2006/relationships/font" Target="fonts/font2.fntdata"/><Relationship Id="rId42" Type="http://schemas.openxmlformats.org/officeDocument/2006/relationships/font" Target="fonts/font10.fntdata"/><Relationship Id="rId7" Type="http://schemas.openxmlformats.org/officeDocument/2006/relationships/customXml" Target="../customXml/item7.xml"/><Relationship Id="rId2" Type="http://schemas.openxmlformats.org/officeDocument/2006/relationships/customXml" Target="../customXml/item2.xml"/><Relationship Id="rId16" Type="http://schemas.openxmlformats.org/officeDocument/2006/relationships/slide" Target="slides/slide3.xml"/><Relationship Id="rId29" Type="http://schemas.openxmlformats.org/officeDocument/2006/relationships/slide" Target="slides/slide16.xml"/><Relationship Id="rId1" Type="http://schemas.openxmlformats.org/officeDocument/2006/relationships/customXml" Target="../customXml/item1.xml"/><Relationship Id="rId6" Type="http://schemas.openxmlformats.org/officeDocument/2006/relationships/customXml" Target="../customXml/item6.xml"/><Relationship Id="rId11" Type="http://schemas.openxmlformats.org/officeDocument/2006/relationships/customXml" Target="../customXml/item11.xml"/><Relationship Id="rId24" Type="http://schemas.openxmlformats.org/officeDocument/2006/relationships/slide" Target="slides/slide11.xml"/><Relationship Id="rId32" Type="http://schemas.openxmlformats.org/officeDocument/2006/relationships/handoutMaster" Target="handoutMasters/handoutMaster1.xml"/><Relationship Id="rId37" Type="http://schemas.openxmlformats.org/officeDocument/2006/relationships/font" Target="fonts/font5.fntdata"/><Relationship Id="rId40" Type="http://schemas.openxmlformats.org/officeDocument/2006/relationships/font" Target="fonts/font8.fntdata"/><Relationship Id="rId45" Type="http://schemas.openxmlformats.org/officeDocument/2006/relationships/theme" Target="theme/theme1.xml"/><Relationship Id="rId5" Type="http://schemas.openxmlformats.org/officeDocument/2006/relationships/customXml" Target="../customXml/item5.xml"/><Relationship Id="rId15" Type="http://schemas.openxmlformats.org/officeDocument/2006/relationships/slide" Target="slides/slide2.xml"/><Relationship Id="rId23" Type="http://schemas.openxmlformats.org/officeDocument/2006/relationships/slide" Target="slides/slide10.xml"/><Relationship Id="rId28" Type="http://schemas.openxmlformats.org/officeDocument/2006/relationships/slide" Target="slides/slide15.xml"/><Relationship Id="rId36" Type="http://schemas.openxmlformats.org/officeDocument/2006/relationships/font" Target="fonts/font4.fntdata"/><Relationship Id="rId10" Type="http://schemas.openxmlformats.org/officeDocument/2006/relationships/customXml" Target="../customXml/item10.xml"/><Relationship Id="rId19" Type="http://schemas.openxmlformats.org/officeDocument/2006/relationships/slide" Target="slides/slide6.xml"/><Relationship Id="rId31" Type="http://schemas.openxmlformats.org/officeDocument/2006/relationships/notesMaster" Target="notesMasters/notesMaster1.xml"/><Relationship Id="rId44" Type="http://schemas.openxmlformats.org/officeDocument/2006/relationships/viewProps" Target="viewProps.xml"/><Relationship Id="rId4" Type="http://schemas.openxmlformats.org/officeDocument/2006/relationships/customXml" Target="../customXml/item4.xml"/><Relationship Id="rId9" Type="http://schemas.openxmlformats.org/officeDocument/2006/relationships/customXml" Target="../customXml/item9.xml"/><Relationship Id="rId14" Type="http://schemas.openxmlformats.org/officeDocument/2006/relationships/slide" Target="slides/slide1.xml"/><Relationship Id="rId22" Type="http://schemas.openxmlformats.org/officeDocument/2006/relationships/slide" Target="slides/slide9.xml"/><Relationship Id="rId27" Type="http://schemas.openxmlformats.org/officeDocument/2006/relationships/slide" Target="slides/slide14.xml"/><Relationship Id="rId30" Type="http://schemas.openxmlformats.org/officeDocument/2006/relationships/slide" Target="slides/slide17.xml"/><Relationship Id="rId35" Type="http://schemas.openxmlformats.org/officeDocument/2006/relationships/font" Target="fonts/font3.fntdata"/><Relationship Id="rId43" Type="http://schemas.openxmlformats.org/officeDocument/2006/relationships/presProps" Target="presProps.xml"/><Relationship Id="rId8" Type="http://schemas.openxmlformats.org/officeDocument/2006/relationships/customXml" Target="../customXml/item8.xml"/><Relationship Id="rId3" Type="http://schemas.openxmlformats.org/officeDocument/2006/relationships/customXml" Target="../customXml/item3.xml"/><Relationship Id="rId12" Type="http://schemas.openxmlformats.org/officeDocument/2006/relationships/customXml" Target="../customXml/item12.xml"/><Relationship Id="rId17" Type="http://schemas.openxmlformats.org/officeDocument/2006/relationships/slide" Target="slides/slide4.xml"/><Relationship Id="rId25" Type="http://schemas.openxmlformats.org/officeDocument/2006/relationships/slide" Target="slides/slide12.xml"/><Relationship Id="rId33" Type="http://schemas.openxmlformats.org/officeDocument/2006/relationships/font" Target="fonts/font1.fntdata"/><Relationship Id="rId38" Type="http://schemas.openxmlformats.org/officeDocument/2006/relationships/font" Target="fonts/font6.fntdata"/><Relationship Id="rId46" Type="http://schemas.openxmlformats.org/officeDocument/2006/relationships/tableStyles" Target="tableStyles.xml"/><Relationship Id="rId20" Type="http://schemas.openxmlformats.org/officeDocument/2006/relationships/slide" Target="slides/slide7.xml"/><Relationship Id="rId41" Type="http://schemas.openxmlformats.org/officeDocument/2006/relationships/font" Target="fonts/font9.fntdata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938" name="Rectangle 2"/>
          <p:cNvSpPr>
            <a:spLocks noGrp="1" noChangeArrowheads="1"/>
          </p:cNvSpPr>
          <p:nvPr>
            <p:ph type="hdr" sz="quarter"/>
          </p:nvPr>
        </p:nvSpPr>
        <p:spPr bwMode="auto">
          <a:xfrm>
            <a:off x="0" y="0"/>
            <a:ext cx="2945659" cy="49633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>
              <a:lnSpc>
                <a:spcPct val="100000"/>
              </a:lnSpc>
              <a:buFontTx/>
              <a:buNone/>
              <a:defRPr sz="1200"/>
            </a:lvl1pPr>
          </a:lstStyle>
          <a:p>
            <a:pPr>
              <a:defRPr/>
            </a:pPr>
            <a:endParaRPr lang="en-GB" dirty="0"/>
          </a:p>
        </p:txBody>
      </p:sp>
      <p:sp>
        <p:nvSpPr>
          <p:cNvPr id="39939" name="Rectangle 3"/>
          <p:cNvSpPr>
            <a:spLocks noGrp="1" noChangeArrowheads="1"/>
          </p:cNvSpPr>
          <p:nvPr>
            <p:ph type="dt" sz="quarter" idx="1"/>
          </p:nvPr>
        </p:nvSpPr>
        <p:spPr bwMode="auto">
          <a:xfrm>
            <a:off x="3850443" y="0"/>
            <a:ext cx="2945659" cy="49633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 algn="r">
              <a:lnSpc>
                <a:spcPct val="100000"/>
              </a:lnSpc>
              <a:buFontTx/>
              <a:buNone/>
              <a:defRPr sz="1200"/>
            </a:lvl1pPr>
          </a:lstStyle>
          <a:p>
            <a:pPr>
              <a:defRPr/>
            </a:pPr>
            <a:endParaRPr lang="en-GB" dirty="0"/>
          </a:p>
        </p:txBody>
      </p:sp>
      <p:sp>
        <p:nvSpPr>
          <p:cNvPr id="39940" name="Rectangle 4"/>
          <p:cNvSpPr>
            <a:spLocks noGrp="1" noChangeArrowheads="1"/>
          </p:cNvSpPr>
          <p:nvPr>
            <p:ph type="ftr" sz="quarter" idx="2"/>
          </p:nvPr>
        </p:nvSpPr>
        <p:spPr bwMode="auto">
          <a:xfrm>
            <a:off x="0" y="9428583"/>
            <a:ext cx="2945659" cy="49633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b" anchorCtr="0" compatLnSpc="1">
            <a:prstTxWarp prst="textNoShape">
              <a:avLst/>
            </a:prstTxWarp>
          </a:bodyPr>
          <a:lstStyle>
            <a:lvl1pPr>
              <a:lnSpc>
                <a:spcPct val="100000"/>
              </a:lnSpc>
              <a:buFontTx/>
              <a:buNone/>
              <a:defRPr sz="1200"/>
            </a:lvl1pPr>
          </a:lstStyle>
          <a:p>
            <a:pPr>
              <a:defRPr/>
            </a:pPr>
            <a:endParaRPr lang="en-GB" dirty="0"/>
          </a:p>
        </p:txBody>
      </p:sp>
      <p:sp>
        <p:nvSpPr>
          <p:cNvPr id="39941" name="Rectangle 5"/>
          <p:cNvSpPr>
            <a:spLocks noGrp="1" noChangeArrowheads="1"/>
          </p:cNvSpPr>
          <p:nvPr>
            <p:ph type="sldNum" sz="quarter" idx="3"/>
          </p:nvPr>
        </p:nvSpPr>
        <p:spPr bwMode="auto">
          <a:xfrm>
            <a:off x="3850443" y="9428583"/>
            <a:ext cx="2945659" cy="49633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b" anchorCtr="0" compatLnSpc="1">
            <a:prstTxWarp prst="textNoShape">
              <a:avLst/>
            </a:prstTxWarp>
          </a:bodyPr>
          <a:lstStyle>
            <a:lvl1pPr algn="r">
              <a:lnSpc>
                <a:spcPct val="100000"/>
              </a:lnSpc>
              <a:buFontTx/>
              <a:buNone/>
              <a:defRPr sz="1200"/>
            </a:lvl1pPr>
          </a:lstStyle>
          <a:p>
            <a:pPr>
              <a:defRPr/>
            </a:pPr>
            <a:fld id="{88DF0C21-DE6B-488F-B9D9-B7FE08733B70}" type="slidenum">
              <a:rPr lang="en-GB"/>
              <a:pPr>
                <a:defRPr/>
              </a:pPr>
              <a:t>‹nr.›</a:t>
            </a:fld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715805093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98" name="Rectangle 2"/>
          <p:cNvSpPr>
            <a:spLocks noGrp="1" noChangeArrowheads="1"/>
          </p:cNvSpPr>
          <p:nvPr>
            <p:ph type="hdr" sz="quarter"/>
          </p:nvPr>
        </p:nvSpPr>
        <p:spPr bwMode="auto">
          <a:xfrm>
            <a:off x="0" y="0"/>
            <a:ext cx="2945659" cy="49633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>
              <a:lnSpc>
                <a:spcPct val="100000"/>
              </a:lnSpc>
              <a:buFontTx/>
              <a:buNone/>
              <a:defRPr sz="1200"/>
            </a:lvl1pPr>
          </a:lstStyle>
          <a:p>
            <a:pPr>
              <a:defRPr/>
            </a:pPr>
            <a:endParaRPr lang="en-GB" dirty="0"/>
          </a:p>
        </p:txBody>
      </p:sp>
      <p:sp>
        <p:nvSpPr>
          <p:cNvPr id="4099" name="Rectangle 3"/>
          <p:cNvSpPr>
            <a:spLocks noGrp="1" noChangeArrowheads="1"/>
          </p:cNvSpPr>
          <p:nvPr>
            <p:ph type="dt" idx="1"/>
          </p:nvPr>
        </p:nvSpPr>
        <p:spPr bwMode="auto">
          <a:xfrm>
            <a:off x="3850443" y="0"/>
            <a:ext cx="2945659" cy="49633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 algn="r">
              <a:lnSpc>
                <a:spcPct val="100000"/>
              </a:lnSpc>
              <a:buFontTx/>
              <a:buNone/>
              <a:defRPr sz="1200"/>
            </a:lvl1pPr>
          </a:lstStyle>
          <a:p>
            <a:pPr>
              <a:defRPr/>
            </a:pPr>
            <a:endParaRPr lang="en-GB" dirty="0"/>
          </a:p>
        </p:txBody>
      </p:sp>
      <p:sp>
        <p:nvSpPr>
          <p:cNvPr id="7172" name="Rectangle 4"/>
          <p:cNvSpPr>
            <a:spLocks noGrp="1" noRot="1" noChangeAspect="1" noChangeArrowheads="1" noTextEdit="1"/>
          </p:cNvSpPr>
          <p:nvPr>
            <p:ph type="sldImg" idx="2"/>
          </p:nvPr>
        </p:nvSpPr>
        <p:spPr bwMode="auto">
          <a:xfrm>
            <a:off x="92075" y="744538"/>
            <a:ext cx="6613525" cy="3722687"/>
          </a:xfrm>
          <a:prstGeom prst="rect">
            <a:avLst/>
          </a:prstGeom>
          <a:noFill/>
          <a:ln w="9525">
            <a:solidFill>
              <a:srgbClr val="000000"/>
            </a:solidFill>
            <a:miter lim="800000"/>
            <a:headEnd/>
            <a:tailEnd/>
          </a:ln>
        </p:spPr>
      </p:sp>
      <p:sp>
        <p:nvSpPr>
          <p:cNvPr id="4101" name="Rectangle 5"/>
          <p:cNvSpPr>
            <a:spLocks noGrp="1" noChangeArrowheads="1"/>
          </p:cNvSpPr>
          <p:nvPr>
            <p:ph type="body" sz="quarter" idx="3"/>
          </p:nvPr>
        </p:nvSpPr>
        <p:spPr bwMode="auto">
          <a:xfrm>
            <a:off x="679768" y="4715153"/>
            <a:ext cx="5438140" cy="4466987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en-GB" noProof="0" dirty="0"/>
              <a:t>Click to edit Master text styles</a:t>
            </a:r>
          </a:p>
          <a:p>
            <a:pPr lvl="1"/>
            <a:r>
              <a:rPr lang="en-GB" noProof="0" dirty="0"/>
              <a:t>Second level</a:t>
            </a:r>
          </a:p>
          <a:p>
            <a:pPr lvl="2"/>
            <a:r>
              <a:rPr lang="en-GB" noProof="0" dirty="0"/>
              <a:t>Third level</a:t>
            </a:r>
          </a:p>
          <a:p>
            <a:pPr lvl="3"/>
            <a:r>
              <a:rPr lang="en-GB" noProof="0" dirty="0"/>
              <a:t>Fourth level</a:t>
            </a:r>
          </a:p>
          <a:p>
            <a:pPr lvl="4"/>
            <a:r>
              <a:rPr lang="en-GB" noProof="0" dirty="0"/>
              <a:t>Fifth level</a:t>
            </a:r>
          </a:p>
        </p:txBody>
      </p:sp>
      <p:sp>
        <p:nvSpPr>
          <p:cNvPr id="4102" name="Rectangle 6"/>
          <p:cNvSpPr>
            <a:spLocks noGrp="1" noChangeArrowheads="1"/>
          </p:cNvSpPr>
          <p:nvPr>
            <p:ph type="ftr" sz="quarter" idx="4"/>
          </p:nvPr>
        </p:nvSpPr>
        <p:spPr bwMode="auto">
          <a:xfrm>
            <a:off x="0" y="9428583"/>
            <a:ext cx="2945659" cy="49633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b" anchorCtr="0" compatLnSpc="1">
            <a:prstTxWarp prst="textNoShape">
              <a:avLst/>
            </a:prstTxWarp>
          </a:bodyPr>
          <a:lstStyle>
            <a:lvl1pPr>
              <a:lnSpc>
                <a:spcPct val="100000"/>
              </a:lnSpc>
              <a:buFontTx/>
              <a:buNone/>
              <a:defRPr sz="1200"/>
            </a:lvl1pPr>
          </a:lstStyle>
          <a:p>
            <a:pPr>
              <a:defRPr/>
            </a:pPr>
            <a:endParaRPr lang="en-GB" dirty="0"/>
          </a:p>
        </p:txBody>
      </p:sp>
      <p:sp>
        <p:nvSpPr>
          <p:cNvPr id="4103" name="Rectangle 7"/>
          <p:cNvSpPr>
            <a:spLocks noGrp="1" noChangeArrowheads="1"/>
          </p:cNvSpPr>
          <p:nvPr>
            <p:ph type="sldNum" sz="quarter" idx="5"/>
          </p:nvPr>
        </p:nvSpPr>
        <p:spPr bwMode="auto">
          <a:xfrm>
            <a:off x="3850443" y="9428583"/>
            <a:ext cx="2945659" cy="49633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b" anchorCtr="0" compatLnSpc="1">
            <a:prstTxWarp prst="textNoShape">
              <a:avLst/>
            </a:prstTxWarp>
          </a:bodyPr>
          <a:lstStyle>
            <a:lvl1pPr algn="r">
              <a:lnSpc>
                <a:spcPct val="100000"/>
              </a:lnSpc>
              <a:buFontTx/>
              <a:buNone/>
              <a:defRPr sz="1200"/>
            </a:lvl1pPr>
          </a:lstStyle>
          <a:p>
            <a:pPr>
              <a:defRPr/>
            </a:pPr>
            <a:fld id="{72C160C3-3AB6-49C1-8001-AFDAD271EB5B}" type="slidenum">
              <a:rPr lang="en-GB"/>
              <a:pPr>
                <a:defRPr/>
              </a:pPr>
              <a:t>‹nr.›</a:t>
            </a:fld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2445039067"/>
      </p:ext>
    </p:extLst>
  </p:cSld>
  <p:clrMap bg1="lt1" tx1="dk1" bg2="lt2" tx2="dk2" accent1="accent1" accent2="accent2" accent3="accent3" accent4="accent4" accent5="accent5" accent6="accent6" hlink="hlink" folHlink="folHlink"/>
  <p:notesStyle>
    <a:lvl1pPr algn="l" rtl="0" eaLnBrk="0" fontAlgn="base" hangingPunct="0">
      <a:spcBef>
        <a:spcPct val="30000"/>
      </a:spcBef>
      <a:spcAft>
        <a:spcPct val="0"/>
      </a:spcAft>
      <a:defRPr sz="1600" kern="1200">
        <a:solidFill>
          <a:schemeClr val="tx1"/>
        </a:solidFill>
        <a:latin typeface="AU Passata" pitchFamily="34" charset="0"/>
        <a:ea typeface="+mn-ea"/>
        <a:cs typeface="Arial" charset="0"/>
      </a:defRPr>
    </a:lvl1pPr>
    <a:lvl2pPr marL="609493" algn="l" rtl="0" eaLnBrk="0" fontAlgn="base" hangingPunct="0">
      <a:spcBef>
        <a:spcPct val="30000"/>
      </a:spcBef>
      <a:spcAft>
        <a:spcPct val="0"/>
      </a:spcAft>
      <a:defRPr sz="1600" kern="1200">
        <a:solidFill>
          <a:schemeClr val="tx1"/>
        </a:solidFill>
        <a:latin typeface="AU Passata" pitchFamily="34" charset="0"/>
        <a:ea typeface="+mn-ea"/>
        <a:cs typeface="Arial" charset="0"/>
      </a:defRPr>
    </a:lvl2pPr>
    <a:lvl3pPr marL="1218987" algn="l" rtl="0" eaLnBrk="0" fontAlgn="base" hangingPunct="0">
      <a:spcBef>
        <a:spcPct val="30000"/>
      </a:spcBef>
      <a:spcAft>
        <a:spcPct val="0"/>
      </a:spcAft>
      <a:defRPr sz="1600" kern="1200">
        <a:solidFill>
          <a:schemeClr val="tx1"/>
        </a:solidFill>
        <a:latin typeface="AU Passata" pitchFamily="34" charset="0"/>
        <a:ea typeface="+mn-ea"/>
        <a:cs typeface="Arial" charset="0"/>
      </a:defRPr>
    </a:lvl3pPr>
    <a:lvl4pPr marL="1828480" algn="l" rtl="0" eaLnBrk="0" fontAlgn="base" hangingPunct="0">
      <a:spcBef>
        <a:spcPct val="30000"/>
      </a:spcBef>
      <a:spcAft>
        <a:spcPct val="0"/>
      </a:spcAft>
      <a:defRPr sz="1600" kern="1200">
        <a:solidFill>
          <a:schemeClr val="tx1"/>
        </a:solidFill>
        <a:latin typeface="AU Passata" pitchFamily="34" charset="0"/>
        <a:ea typeface="+mn-ea"/>
        <a:cs typeface="Arial" charset="0"/>
      </a:defRPr>
    </a:lvl4pPr>
    <a:lvl5pPr marL="2437973" algn="l" rtl="0" eaLnBrk="0" fontAlgn="base" hangingPunct="0">
      <a:spcBef>
        <a:spcPct val="30000"/>
      </a:spcBef>
      <a:spcAft>
        <a:spcPct val="0"/>
      </a:spcAft>
      <a:defRPr sz="1600" kern="1200">
        <a:solidFill>
          <a:schemeClr val="tx1"/>
        </a:solidFill>
        <a:latin typeface="AU Passata" pitchFamily="34" charset="0"/>
        <a:ea typeface="+mn-ea"/>
        <a:cs typeface="Arial" charset="0"/>
      </a:defRPr>
    </a:lvl5pPr>
    <a:lvl6pPr marL="3047467" algn="l" defTabSz="1218987" rtl="0" eaLnBrk="1" latinLnBrk="0" hangingPunct="1">
      <a:defRPr sz="1600" kern="1200">
        <a:solidFill>
          <a:schemeClr val="tx1"/>
        </a:solidFill>
        <a:latin typeface="+mn-lt"/>
        <a:ea typeface="+mn-ea"/>
        <a:cs typeface="+mn-cs"/>
      </a:defRPr>
    </a:lvl6pPr>
    <a:lvl7pPr marL="3656960" algn="l" defTabSz="1218987" rtl="0" eaLnBrk="1" latinLnBrk="0" hangingPunct="1">
      <a:defRPr sz="1600" kern="1200">
        <a:solidFill>
          <a:schemeClr val="tx1"/>
        </a:solidFill>
        <a:latin typeface="+mn-lt"/>
        <a:ea typeface="+mn-ea"/>
        <a:cs typeface="+mn-cs"/>
      </a:defRPr>
    </a:lvl7pPr>
    <a:lvl8pPr marL="4266453" algn="l" defTabSz="1218987" rtl="0" eaLnBrk="1" latinLnBrk="0" hangingPunct="1">
      <a:defRPr sz="1600" kern="1200">
        <a:solidFill>
          <a:schemeClr val="tx1"/>
        </a:solidFill>
        <a:latin typeface="+mn-lt"/>
        <a:ea typeface="+mn-ea"/>
        <a:cs typeface="+mn-cs"/>
      </a:defRPr>
    </a:lvl8pPr>
    <a:lvl9pPr marL="4875947" algn="l" defTabSz="1218987" rtl="0" eaLnBrk="1" latinLnBrk="0" hangingPunct="1">
      <a:defRPr sz="16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dsholder til slidebille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Pladsholder til not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Pladsholder til slidenumm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fld id="{72C160C3-3AB6-49C1-8001-AFDAD271EB5B}" type="slidenum">
              <a:rPr lang="en-GB"/>
              <a:pPr>
                <a:defRPr/>
              </a:pPr>
              <a:t>3</a:t>
            </a:fld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2432168804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dsholder til slidebille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Pladsholder til not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Pladsholder til slidenumm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fld id="{72C160C3-3AB6-49C1-8001-AFDAD271EB5B}" type="slidenum">
              <a:rPr lang="en-GB"/>
              <a:pPr>
                <a:defRPr/>
              </a:pPr>
              <a:t>17</a:t>
            </a:fld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313124258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emf"/><Relationship Id="rId2" Type="http://schemas.openxmlformats.org/officeDocument/2006/relationships/image" Target="../media/image4.bin"/><Relationship Id="rId1" Type="http://schemas.openxmlformats.org/officeDocument/2006/relationships/slideMaster" Target="../slideMasters/slideMaster1.xml"/><Relationship Id="rId5" Type="http://schemas.openxmlformats.org/officeDocument/2006/relationships/image" Target="../media/image7.emf"/><Relationship Id="rId4" Type="http://schemas.openxmlformats.org/officeDocument/2006/relationships/image" Target="../media/image6.emf"/></Relationships>
</file>

<file path=ppt/slideLayouts/_rels/slideLayout2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emf"/><Relationship Id="rId2" Type="http://schemas.openxmlformats.org/officeDocument/2006/relationships/image" Target="../media/image5.emf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7.emf"/></Relationships>
</file>

<file path=ppt/slideLayouts/_rels/slideLayout3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emf"/><Relationship Id="rId2" Type="http://schemas.openxmlformats.org/officeDocument/2006/relationships/image" Target="../media/image5.emf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7.emf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emf"/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emf"/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emf"/><Relationship Id="rId1" Type="http://schemas.openxmlformats.org/officeDocument/2006/relationships/slideMaster" Target="../slideMasters/slideMaster1.xml"/></Relationships>
</file>

<file path=ppt/slideLayouts/_rels/slideLayout1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emf"/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Titeldia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 hidden="1"/>
          <p:cNvSpPr>
            <a:spLocks noGrp="1" noRot="1" noMove="1" noResize="1" noEditPoints="1" noAdjustHandles="1" noChangeArrowheads="1" noChangeShapeType="1"/>
          </p:cNvSpPr>
          <p:nvPr>
            <p:ph type="dt" sz="half" idx="10"/>
          </p:nvPr>
        </p:nvSpPr>
        <p:spPr>
          <a:xfrm>
            <a:off x="0" y="6858000"/>
            <a:ext cx="0" cy="0"/>
          </a:xfrm>
        </p:spPr>
        <p:txBody>
          <a:bodyPr/>
          <a:lstStyle/>
          <a:p>
            <a:fld id="{78417F83-4CBA-48F2-BAD0-783AE3701E32}" type="datetimeFigureOut">
              <a:rPr lang="da-DK" smtClean="0"/>
              <a:pPr/>
              <a:t>03-06-2026</a:t>
            </a:fld>
            <a:endParaRPr lang="da-DK" dirty="0"/>
          </a:p>
        </p:txBody>
      </p:sp>
      <p:sp>
        <p:nvSpPr>
          <p:cNvPr id="3" name="Footer Placeholder 2" hidden="1"/>
          <p:cNvSpPr>
            <a:spLocks noGrp="1" noRot="1" noMove="1" noResize="1" noEditPoints="1" noAdjustHandles="1" noChangeArrowheads="1" noChangeShapeType="1"/>
          </p:cNvSpPr>
          <p:nvPr>
            <p:ph type="ftr" sz="quarter" idx="11"/>
          </p:nvPr>
        </p:nvSpPr>
        <p:spPr>
          <a:xfrm>
            <a:off x="0" y="6858000"/>
            <a:ext cx="0" cy="0"/>
          </a:xfrm>
        </p:spPr>
        <p:txBody>
          <a:bodyPr/>
          <a:lstStyle/>
          <a:p>
            <a:endParaRPr lang="da-DK" dirty="0"/>
          </a:p>
        </p:txBody>
      </p:sp>
      <p:sp>
        <p:nvSpPr>
          <p:cNvPr id="15" name="TextBox 14"/>
          <p:cNvSpPr txBox="1"/>
          <p:nvPr userDrawn="1"/>
        </p:nvSpPr>
        <p:spPr>
          <a:xfrm>
            <a:off x="-1973598" y="3082506"/>
            <a:ext cx="1825892" cy="307777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r">
              <a:lnSpc>
                <a:spcPct val="100000"/>
              </a:lnSpc>
            </a:pPr>
            <a:r>
              <a:rPr lang="da-DK" sz="1000" baseline="0" noProof="1">
                <a:solidFill>
                  <a:schemeClr val="tx1">
                    <a:lumMod val="75000"/>
                    <a:lumOff val="25000"/>
                  </a:schemeClr>
                </a:solidFill>
              </a:rPr>
              <a:t>Ændr 2. linje eller ord til</a:t>
            </a:r>
            <a:endParaRPr lang="da-DK"/>
          </a:p>
          <a:p>
            <a:pPr algn="r">
              <a:lnSpc>
                <a:spcPct val="100000"/>
              </a:lnSpc>
            </a:pPr>
            <a:r>
              <a:rPr lang="da-DK" sz="1000" noProof="1">
                <a:solidFill>
                  <a:schemeClr val="tx1">
                    <a:lumMod val="75000"/>
                    <a:lumOff val="25000"/>
                  </a:schemeClr>
                </a:solidFill>
              </a:rPr>
              <a:t>AU Passata Bold</a:t>
            </a:r>
            <a:endParaRPr lang="da-DK" sz="4799" dirty="0"/>
          </a:p>
        </p:txBody>
      </p:sp>
      <p:pic>
        <p:nvPicPr>
          <p:cNvPr id="54" name="Farvet baggrund"/>
          <p:cNvPicPr preferRelativeResize="0">
            <a:picLocks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88825" cy="6858000"/>
          </a:xfrm>
          <a:prstGeom prst="rect">
            <a:avLst/>
          </a:prstGeom>
          <a:solidFill>
            <a:schemeClr val="tx2"/>
          </a:solidFill>
        </p:spPr>
      </p:pic>
      <p:pic>
        <p:nvPicPr>
          <p:cNvPr id="16" name="Au logo"/>
          <p:cNvPicPr>
            <a:picLocks noChangeAspect="1"/>
          </p:cNvPicPr>
          <p:nvPr userDrawn="1"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02400" y="5997600"/>
            <a:ext cx="557569" cy="558000"/>
          </a:xfrm>
          <a:prstGeom prst="rect">
            <a:avLst/>
          </a:prstGeom>
        </p:spPr>
      </p:pic>
      <p:pic>
        <p:nvPicPr>
          <p:cNvPr id="18" name="Billede streg"/>
          <p:cNvPicPr>
            <a:picLocks noChangeAspect="1"/>
          </p:cNvPicPr>
          <p:nvPr userDrawn="1"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073200" y="5997600"/>
            <a:ext cx="71734" cy="557999"/>
          </a:xfrm>
          <a:prstGeom prst="rect">
            <a:avLst/>
          </a:prstGeom>
        </p:spPr>
      </p:pic>
      <p:sp>
        <p:nvSpPr>
          <p:cNvPr id="34819" name="Title 1"/>
          <p:cNvSpPr>
            <a:spLocks noGrp="1" noChangeArrowheads="1"/>
          </p:cNvSpPr>
          <p:nvPr>
            <p:ph type="ctrTitle"/>
          </p:nvPr>
        </p:nvSpPr>
        <p:spPr>
          <a:xfrm>
            <a:off x="985838" y="2482343"/>
            <a:ext cx="10220325" cy="1661993"/>
          </a:xfrm>
        </p:spPr>
        <p:txBody>
          <a:bodyPr wrap="square" anchor="ctr" anchorCtr="0">
            <a:spAutoFit/>
          </a:bodyPr>
          <a:lstStyle>
            <a:lvl1pPr>
              <a:lnSpc>
                <a:spcPct val="90000"/>
              </a:lnSpc>
              <a:defRPr sz="6000" baseline="0">
                <a:solidFill>
                  <a:schemeClr val="bg1"/>
                </a:solidFill>
                <a:latin typeface="AU Passata Light" panose="020B0303030902030804" pitchFamily="34" charset="0"/>
              </a:defRPr>
            </a:lvl1pPr>
          </a:lstStyle>
          <a:p>
            <a:r>
              <a:rPr lang="da-DK" dirty="0"/>
              <a:t>Click to edit Master title style</a:t>
            </a:r>
            <a:endParaRPr lang="da-DK"/>
          </a:p>
        </p:txBody>
      </p:sp>
      <p:sp>
        <p:nvSpPr>
          <p:cNvPr id="33" name="OFF_logo2Computed"/>
          <p:cNvSpPr txBox="1">
            <a:spLocks noChangeArrowheads="1"/>
          </p:cNvSpPr>
          <p:nvPr userDrawn="1"/>
        </p:nvSpPr>
        <p:spPr bwMode="auto">
          <a:xfrm>
            <a:off x="972000" y="5997600"/>
            <a:ext cx="2350045" cy="676612"/>
          </a:xfrm>
          <a:prstGeom prst="rect">
            <a:avLst/>
          </a:prstGeom>
          <a:noFill/>
          <a:ln w="1778" algn="ctr">
            <a:noFill/>
            <a:miter lim="800000"/>
            <a:headEnd/>
            <a:tailEnd/>
          </a:ln>
          <a:effectLst/>
        </p:spPr>
        <p:txBody>
          <a:bodyPr wrap="square" lIns="0" tIns="583200" rIns="0" bIns="0">
            <a:spAutoFit/>
          </a:bodyPr>
          <a:lstStyle/>
          <a:p>
            <a:pPr>
              <a:lnSpc>
                <a:spcPct val="95000"/>
              </a:lnSpc>
              <a:defRPr/>
            </a:pPr>
            <a:endParaRPr lang="da-DK" sz="600" cap="all" spc="40" baseline="0" dirty="0">
              <a:solidFill>
                <a:schemeClr val="bg1"/>
              </a:solidFill>
              <a:latin typeface="AU Passata Light" pitchFamily="34" charset="0"/>
            </a:endParaRPr>
          </a:p>
        </p:txBody>
      </p:sp>
      <p:sp>
        <p:nvSpPr>
          <p:cNvPr id="5" name="Date_DateCustomA" descr="{&quot;templafy&quot;:{&quot;id&quot;:&quot;07caea8f-f210-46aa-b306-3076171569b2&quot;}}">
            <a:extLst>
              <a:ext uri="{FF2B5EF4-FFF2-40B4-BE49-F238E27FC236}">
                <a16:creationId xmlns:a16="http://schemas.microsoft.com/office/drawing/2014/main" id="{7F20FB0B-AB99-D1DA-4E1C-7C844AE40693}"/>
              </a:ext>
            </a:extLst>
          </p:cNvPr>
          <p:cNvSpPr txBox="1">
            <a:spLocks noChangeArrowheads="1"/>
          </p:cNvSpPr>
          <p:nvPr userDrawn="1"/>
        </p:nvSpPr>
        <p:spPr bwMode="auto">
          <a:xfrm>
            <a:off x="3691333" y="5997600"/>
            <a:ext cx="2271840" cy="582176"/>
          </a:xfrm>
          <a:prstGeom prst="rect">
            <a:avLst/>
          </a:prstGeom>
          <a:noFill/>
          <a:ln w="1778" algn="ctr">
            <a:noFill/>
            <a:miter lim="800000"/>
            <a:headEnd/>
            <a:tailEnd/>
          </a:ln>
          <a:effectLst/>
        </p:spPr>
        <p:txBody>
          <a:bodyPr wrap="square" lIns="0" tIns="475200" rIns="0" bIns="0" anchor="t" anchorCtr="0">
            <a:spAutoFit/>
          </a:bodyPr>
          <a:lstStyle/>
          <a:p>
            <a:pPr algn="r">
              <a:lnSpc>
                <a:spcPct val="95000"/>
              </a:lnSpc>
              <a:defRPr/>
            </a:pPr>
            <a:r>
              <a:rPr lang="da-DK" sz="700" b="0" cap="all" baseline="0" dirty="0">
                <a:solidFill>
                  <a:schemeClr val="bg1"/>
                </a:solidFill>
                <a:latin typeface="+mn-lt"/>
              </a:rPr>
              <a:t>15. juni 2026</a:t>
            </a:r>
          </a:p>
        </p:txBody>
      </p:sp>
      <p:sp>
        <p:nvSpPr>
          <p:cNvPr id="6" name="FLD_Event" descr="{&quot;templafy&quot;:{&quot;id&quot;:&quot;a8277224-1f32-4b13-9ad0-1f6f046b510f&quot;}}">
            <a:extLst>
              <a:ext uri="{FF2B5EF4-FFF2-40B4-BE49-F238E27FC236}">
                <a16:creationId xmlns:a16="http://schemas.microsoft.com/office/drawing/2014/main" id="{94FCB787-CF58-D24B-3F9C-4CF65869F2F1}"/>
              </a:ext>
            </a:extLst>
          </p:cNvPr>
          <p:cNvSpPr txBox="1">
            <a:spLocks noChangeArrowheads="1"/>
          </p:cNvSpPr>
          <p:nvPr userDrawn="1"/>
        </p:nvSpPr>
        <p:spPr bwMode="auto">
          <a:xfrm>
            <a:off x="3691333" y="5997600"/>
            <a:ext cx="2271840" cy="447676"/>
          </a:xfrm>
          <a:prstGeom prst="rect">
            <a:avLst/>
          </a:prstGeom>
          <a:noFill/>
          <a:ln w="1778" algn="ctr">
            <a:noFill/>
            <a:miter lim="800000"/>
            <a:headEnd/>
            <a:tailEnd/>
          </a:ln>
          <a:effectLst/>
        </p:spPr>
        <p:txBody>
          <a:bodyPr wrap="square" lIns="0" tIns="342000" rIns="0" bIns="0" anchor="t" anchorCtr="0">
            <a:spAutoFit/>
          </a:bodyPr>
          <a:lstStyle/>
          <a:p>
            <a:pPr algn="r">
              <a:lnSpc>
                <a:spcPct val="95000"/>
              </a:lnSpc>
              <a:defRPr/>
            </a:pPr>
            <a:r>
              <a:rPr lang="da-DK" sz="700" b="0" cap="all" baseline="0" dirty="0">
                <a:solidFill>
                  <a:schemeClr val="bg1"/>
                </a:solidFill>
                <a:latin typeface="+mn-lt"/>
              </a:rPr>
              <a:t>Master's defence</a:t>
            </a:r>
          </a:p>
        </p:txBody>
      </p:sp>
      <p:sp>
        <p:nvSpPr>
          <p:cNvPr id="36" name="USR_Title" descr="{&quot;templafy&quot;:{&quot;id&quot;:&quot;b9093ede-f8a8-4f02-a984-c7acfb0628ee&quot;}}"/>
          <p:cNvSpPr txBox="1">
            <a:spLocks noChangeArrowheads="1"/>
          </p:cNvSpPr>
          <p:nvPr userDrawn="1"/>
        </p:nvSpPr>
        <p:spPr bwMode="auto">
          <a:xfrm>
            <a:off x="6240044" y="5997600"/>
            <a:ext cx="2982416" cy="582176"/>
          </a:xfrm>
          <a:prstGeom prst="rect">
            <a:avLst/>
          </a:prstGeom>
          <a:noFill/>
          <a:ln w="1778" algn="ctr">
            <a:noFill/>
            <a:miter lim="800000"/>
            <a:headEnd/>
            <a:tailEnd/>
          </a:ln>
          <a:effectLst/>
        </p:spPr>
        <p:txBody>
          <a:bodyPr lIns="0" tIns="475200" rIns="0" bIns="0" anchor="t" anchorCtr="0">
            <a:spAutoFit/>
          </a:bodyPr>
          <a:lstStyle/>
          <a:p>
            <a:pPr algn="l">
              <a:lnSpc>
                <a:spcPct val="95000"/>
              </a:lnSpc>
              <a:defRPr/>
            </a:pPr>
            <a:r>
              <a:rPr lang="da-DK" sz="700" b="0" cap="all" baseline="0" dirty="0">
                <a:solidFill>
                  <a:schemeClr val="bg1"/>
                </a:solidFill>
                <a:latin typeface="+mn-lt"/>
              </a:rPr>
              <a:t>Student</a:t>
            </a:r>
          </a:p>
        </p:txBody>
      </p:sp>
      <p:sp>
        <p:nvSpPr>
          <p:cNvPr id="37" name="USR_Name" descr="{&quot;templafy&quot;:{&quot;id&quot;:&quot;5b9ae2e7-b9c0-447e-82a2-c203a5209709&quot;}}"/>
          <p:cNvSpPr txBox="1">
            <a:spLocks noChangeArrowheads="1"/>
          </p:cNvSpPr>
          <p:nvPr userDrawn="1"/>
        </p:nvSpPr>
        <p:spPr bwMode="auto">
          <a:xfrm>
            <a:off x="6240044" y="5997600"/>
            <a:ext cx="2982416" cy="444040"/>
          </a:xfrm>
          <a:prstGeom prst="rect">
            <a:avLst/>
          </a:prstGeom>
          <a:noFill/>
          <a:ln w="1778" algn="ctr">
            <a:noFill/>
            <a:miter lim="800000"/>
            <a:headEnd/>
            <a:tailEnd/>
          </a:ln>
          <a:effectLst/>
        </p:spPr>
        <p:txBody>
          <a:bodyPr lIns="0" tIns="342000" rIns="0" bIns="0" anchor="t" anchorCtr="0">
            <a:spAutoFit/>
          </a:bodyPr>
          <a:lstStyle/>
          <a:p>
            <a:pPr algn="l">
              <a:lnSpc>
                <a:spcPct val="95000"/>
              </a:lnSpc>
              <a:defRPr/>
            </a:pPr>
            <a:r>
              <a:rPr lang="da-DK" sz="700" b="0" cap="all" baseline="0" dirty="0">
                <a:solidFill>
                  <a:schemeClr val="bg1"/>
                </a:solidFill>
                <a:latin typeface="+mn-lt"/>
              </a:rPr>
              <a:t>Karsten Walz Jensen</a:t>
            </a:r>
          </a:p>
        </p:txBody>
      </p:sp>
      <p:pic>
        <p:nvPicPr>
          <p:cNvPr id="1204405434" name="SecondaryLogo" descr="{&quot;templafy&quot;:{&quot;id&quot;:&quot;8b3d44c0-608e-482e-94ab-265db9854a3f&quot;}}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206113" y="5999002"/>
            <a:ext cx="1659600" cy="558000"/>
          </a:xfrm>
          <a:prstGeom prst="rect">
            <a:avLst/>
          </a:prstGeom>
        </p:spPr>
      </p:pic>
      <p:sp>
        <p:nvSpPr>
          <p:cNvPr id="8" name="OFF_logo2Computed" descr="{&quot;templafy&quot;:{&quot;id&quot;:&quot;66da79b1-3c8e-4ecf-8cca-7f06e57a109c&quot;}}">
            <a:extLst>
              <a:ext uri="{FF2B5EF4-FFF2-40B4-BE49-F238E27FC236}">
                <a16:creationId xmlns:a16="http://schemas.microsoft.com/office/drawing/2014/main" id="{289B577B-AF3B-2A62-0411-5FD9FF3C4208}"/>
              </a:ext>
            </a:extLst>
          </p:cNvPr>
          <p:cNvSpPr txBox="1">
            <a:spLocks noChangeArrowheads="1"/>
          </p:cNvSpPr>
          <p:nvPr userDrawn="1"/>
        </p:nvSpPr>
        <p:spPr bwMode="auto">
          <a:xfrm>
            <a:off x="972000" y="5997600"/>
            <a:ext cx="2350045" cy="676612"/>
          </a:xfrm>
          <a:prstGeom prst="rect">
            <a:avLst/>
          </a:prstGeom>
          <a:noFill/>
          <a:ln w="1778" algn="ctr">
            <a:noFill/>
            <a:miter lim="800000"/>
            <a:headEnd/>
            <a:tailEnd/>
          </a:ln>
          <a:effectLst/>
        </p:spPr>
        <p:txBody>
          <a:bodyPr wrap="square" lIns="0" tIns="583200" rIns="0" bIns="0">
            <a:spAutoFit/>
          </a:bodyPr>
          <a:lstStyle/>
          <a:p>
            <a:pPr>
              <a:lnSpc>
                <a:spcPct val="95000"/>
              </a:lnSpc>
              <a:defRPr/>
            </a:pPr>
            <a:r>
              <a:rPr lang="da-DK" sz="600" cap="all" spc="40" baseline="0" dirty="0">
                <a:solidFill>
                  <a:schemeClr val="bg1"/>
                </a:solidFill>
                <a:latin typeface="AU Passata Light" pitchFamily="34" charset="0"/>
              </a:rPr>
              <a:t>Aarhus Universitet</a:t>
            </a:r>
          </a:p>
        </p:txBody>
      </p:sp>
      <p:sp>
        <p:nvSpPr>
          <p:cNvPr id="9" name="OFF_logo1Computed" descr="{&quot;templafy&quot;:{&quot;id&quot;:&quot;792ceb35-74b2-4f4a-872c-6eda26ad0e3c&quot;}}">
            <a:extLst>
              <a:ext uri="{FF2B5EF4-FFF2-40B4-BE49-F238E27FC236}">
                <a16:creationId xmlns:a16="http://schemas.microsoft.com/office/drawing/2014/main" id="{066A6607-F6B4-2025-DA5F-AC4D1914151A}"/>
              </a:ext>
            </a:extLst>
          </p:cNvPr>
          <p:cNvSpPr/>
          <p:nvPr userDrawn="1"/>
        </p:nvSpPr>
        <p:spPr bwMode="auto">
          <a:xfrm>
            <a:off x="971999" y="5997600"/>
            <a:ext cx="65" cy="451123"/>
          </a:xfrm>
          <a:prstGeom prst="rect">
            <a:avLst/>
          </a:prstGeom>
          <a:noFill/>
          <a:ln w="1778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none" lIns="0" tIns="309600" rIns="0" bIns="0" numCol="1" rtlCol="0" anchor="t" anchorCtr="0" compatLnSpc="1">
            <a:prstTxWarp prst="textNoShape">
              <a:avLst/>
            </a:prstTxWarp>
            <a:spAutoFit/>
          </a:bodyPr>
          <a:lstStyle/>
          <a:p>
            <a:pPr marL="0" marR="0" indent="0" algn="l" defTabSz="914400" rtl="0" eaLnBrk="1" fontAlgn="base" latinLnBrk="0" hangingPunct="1">
              <a:lnSpc>
                <a:spcPct val="9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U Passata" pitchFamily="34" charset="0"/>
              <a:buNone/>
              <a:tabLst/>
            </a:pPr>
            <a:r>
              <a:rPr kumimoji="0" lang="da-DK" sz="1000" b="0" i="0" u="none" strike="noStrike" cap="all" normalizeH="0" baseline="0" noProof="1">
                <a:ln>
                  <a:noFill/>
                </a:ln>
                <a:solidFill>
                  <a:schemeClr val="bg1"/>
                </a:solidFill>
                <a:effectLst/>
                <a:latin typeface="AU Passata" pitchFamily="34" charset="0"/>
              </a:rPr>
              <a:t>Natural Sciences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>
          <a:xfrm>
            <a:off x="11807992" y="6581497"/>
            <a:ext cx="252000" cy="135422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pPr>
              <a:defRPr/>
            </a:pPr>
            <a:fld id="{E90C1E0A-682D-40DC-B1EA-26C007FDC330}" type="slidenum">
              <a:rPr lang="da-DK" smtClean="0"/>
              <a:pPr>
                <a:defRPr/>
              </a:pPr>
              <a:t>‹nr.›</a:t>
            </a:fld>
            <a:endParaRPr lang="da-DK" dirty="0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Title slide with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 hidden="1"/>
          <p:cNvSpPr>
            <a:spLocks noGrp="1" noRot="1" noMove="1" noResize="1" noEditPoints="1" noAdjustHandles="1" noChangeArrowheads="1" noChangeShapeType="1"/>
          </p:cNvSpPr>
          <p:nvPr>
            <p:ph type="dt" sz="half" idx="12"/>
          </p:nvPr>
        </p:nvSpPr>
        <p:spPr>
          <a:xfrm>
            <a:off x="0" y="6858000"/>
            <a:ext cx="0" cy="0"/>
          </a:xfrm>
        </p:spPr>
        <p:txBody>
          <a:bodyPr/>
          <a:lstStyle/>
          <a:p>
            <a:fld id="{78417F83-4CBA-48F2-BAD0-783AE3701E32}" type="datetimeFigureOut">
              <a:rPr lang="da-DK" smtClean="0"/>
              <a:pPr/>
              <a:t>03-06-2026</a:t>
            </a:fld>
            <a:endParaRPr lang="da-DK" dirty="0"/>
          </a:p>
        </p:txBody>
      </p:sp>
      <p:sp>
        <p:nvSpPr>
          <p:cNvPr id="3" name="Footer Placeholder 2" hidden="1"/>
          <p:cNvSpPr>
            <a:spLocks noGrp="1" noRot="1" noMove="1" noResize="1" noEditPoints="1" noAdjustHandles="1" noChangeArrowheads="1" noChangeShapeType="1"/>
          </p:cNvSpPr>
          <p:nvPr>
            <p:ph type="ftr" sz="quarter" idx="13"/>
          </p:nvPr>
        </p:nvSpPr>
        <p:spPr>
          <a:xfrm>
            <a:off x="0" y="6858000"/>
            <a:ext cx="0" cy="0"/>
          </a:xfrm>
        </p:spPr>
        <p:txBody>
          <a:bodyPr/>
          <a:lstStyle/>
          <a:p>
            <a:endParaRPr lang="da-DK" dirty="0"/>
          </a:p>
        </p:txBody>
      </p:sp>
      <p:sp>
        <p:nvSpPr>
          <p:cNvPr id="22" name="TextBox 21"/>
          <p:cNvSpPr txBox="1"/>
          <p:nvPr userDrawn="1"/>
        </p:nvSpPr>
        <p:spPr>
          <a:xfrm>
            <a:off x="-2160355" y="2132856"/>
            <a:ext cx="2012649" cy="738664"/>
          </a:xfrm>
          <a:prstGeom prst="rect">
            <a:avLst/>
          </a:prstGeom>
          <a:noFill/>
        </p:spPr>
        <p:txBody>
          <a:bodyPr wrap="square" lIns="0" tIns="0" rIns="0" bIns="0" rtlCol="0">
            <a:noAutofit/>
          </a:bodyPr>
          <a:lstStyle/>
          <a:p>
            <a:pPr algn="r">
              <a:lnSpc>
                <a:spcPct val="100000"/>
              </a:lnSpc>
            </a:pPr>
            <a:r>
              <a:rPr lang="da-DK" sz="1000" noProof="1">
                <a:solidFill>
                  <a:schemeClr val="tx1">
                    <a:lumMod val="75000"/>
                    <a:lumOff val="25000"/>
                  </a:schemeClr>
                </a:solidFill>
              </a:rPr>
              <a:t>Ændr 2. linje i overskriften </a:t>
            </a:r>
            <a:br>
              <a:rPr lang="en-GB" sz="1000" noProof="1">
                <a:solidFill>
                  <a:schemeClr val="tx1">
                    <a:lumMod val="75000"/>
                    <a:lumOff val="25000"/>
                  </a:schemeClr>
                </a:solidFill>
              </a:rPr>
            </a:br>
            <a:r>
              <a:rPr lang="da-DK" sz="1000" noProof="1">
                <a:solidFill>
                  <a:schemeClr val="tx1">
                    <a:lumMod val="75000"/>
                    <a:lumOff val="25000"/>
                  </a:schemeClr>
                </a:solidFill>
              </a:rPr>
              <a:t>til AU Passata bold</a:t>
            </a:r>
            <a:endParaRPr lang="da-DK" sz="4799" dirty="0"/>
          </a:p>
        </p:txBody>
      </p:sp>
      <p:sp>
        <p:nvSpPr>
          <p:cNvPr id="21" name="Farvet baggrund"/>
          <p:cNvSpPr/>
          <p:nvPr userDrawn="1"/>
        </p:nvSpPr>
        <p:spPr>
          <a:xfrm>
            <a:off x="0" y="0"/>
            <a:ext cx="12188825" cy="6858000"/>
          </a:xfrm>
          <a:prstGeom prst="rect">
            <a:avLst/>
          </a:prstGeom>
          <a:solidFill>
            <a:schemeClr val="tx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a-DK" sz="4799" dirty="0"/>
          </a:p>
        </p:txBody>
      </p:sp>
      <p:sp>
        <p:nvSpPr>
          <p:cNvPr id="19" name="White Top Rectangle"/>
          <p:cNvSpPr>
            <a:spLocks noChangeArrowheads="1"/>
          </p:cNvSpPr>
          <p:nvPr userDrawn="1"/>
        </p:nvSpPr>
        <p:spPr bwMode="auto">
          <a:xfrm>
            <a:off x="985838" y="3443622"/>
            <a:ext cx="648000" cy="46800"/>
          </a:xfrm>
          <a:prstGeom prst="rect">
            <a:avLst/>
          </a:prstGeom>
          <a:solidFill>
            <a:schemeClr val="bg1"/>
          </a:solidFill>
          <a:ln w="9525">
            <a:noFill/>
            <a:miter lim="800000"/>
            <a:headEnd/>
            <a:tailEnd/>
          </a:ln>
          <a:effectLst/>
        </p:spPr>
        <p:txBody>
          <a:bodyPr wrap="none" anchor="ctr"/>
          <a:lstStyle/>
          <a:p>
            <a:pPr>
              <a:defRPr/>
            </a:pPr>
            <a:endParaRPr lang="da-DK" sz="4799" dirty="0"/>
          </a:p>
        </p:txBody>
      </p:sp>
      <p:pic>
        <p:nvPicPr>
          <p:cNvPr id="17" name="Au logo"/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02400" y="5997600"/>
            <a:ext cx="557569" cy="558000"/>
          </a:xfrm>
          <a:prstGeom prst="rect">
            <a:avLst/>
          </a:prstGeom>
        </p:spPr>
      </p:pic>
      <p:pic>
        <p:nvPicPr>
          <p:cNvPr id="23" name="Billede streg"/>
          <p:cNvPicPr>
            <a:picLocks noChangeAspect="1"/>
          </p:cNvPicPr>
          <p:nvPr userDrawn="1"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073200" y="5997600"/>
            <a:ext cx="71734" cy="557999"/>
          </a:xfrm>
          <a:prstGeom prst="rect">
            <a:avLst/>
          </a:prstGeom>
        </p:spPr>
      </p:pic>
      <p:sp>
        <p:nvSpPr>
          <p:cNvPr id="34819" name="Title 1"/>
          <p:cNvSpPr>
            <a:spLocks noGrp="1" noChangeArrowheads="1"/>
          </p:cNvSpPr>
          <p:nvPr>
            <p:ph type="ctrTitle"/>
          </p:nvPr>
        </p:nvSpPr>
        <p:spPr>
          <a:xfrm>
            <a:off x="981844" y="1520315"/>
            <a:ext cx="9543307" cy="1779553"/>
          </a:xfrm>
        </p:spPr>
        <p:txBody>
          <a:bodyPr wrap="square" anchor="b" anchorCtr="0">
            <a:noAutofit/>
          </a:bodyPr>
          <a:lstStyle>
            <a:lvl1pPr>
              <a:lnSpc>
                <a:spcPct val="90000"/>
              </a:lnSpc>
              <a:defRPr sz="6000" baseline="0">
                <a:solidFill>
                  <a:schemeClr val="bg1"/>
                </a:solidFill>
                <a:latin typeface="AU Passata Light" panose="020B0303030902030804" pitchFamily="34" charset="0"/>
              </a:defRPr>
            </a:lvl1pPr>
          </a:lstStyle>
          <a:p>
            <a:r>
              <a:rPr lang="da-DK" dirty="0"/>
              <a:t>Click to edit Master title style</a:t>
            </a:r>
            <a:endParaRPr lang="da-DK"/>
          </a:p>
        </p:txBody>
      </p:sp>
      <p:sp>
        <p:nvSpPr>
          <p:cNvPr id="4" name="Text Placeholder 3"/>
          <p:cNvSpPr>
            <a:spLocks noGrp="1"/>
          </p:cNvSpPr>
          <p:nvPr>
            <p:ph type="body" sz="quarter" idx="11"/>
          </p:nvPr>
        </p:nvSpPr>
        <p:spPr>
          <a:xfrm>
            <a:off x="985838" y="3715431"/>
            <a:ext cx="7161212" cy="1746085"/>
          </a:xfrm>
        </p:spPr>
        <p:txBody>
          <a:bodyPr/>
          <a:lstStyle>
            <a:lvl1pPr marL="0" indent="0">
              <a:lnSpc>
                <a:spcPct val="101000"/>
              </a:lnSpc>
              <a:buFontTx/>
              <a:buNone/>
              <a:defRPr sz="2700" b="0">
                <a:solidFill>
                  <a:schemeClr val="bg1"/>
                </a:solidFill>
              </a:defRPr>
            </a:lvl1pPr>
            <a:lvl2pPr>
              <a:defRPr>
                <a:solidFill>
                  <a:schemeClr val="bg1"/>
                </a:solidFill>
              </a:defRPr>
            </a:lvl2pPr>
            <a:lvl3pPr>
              <a:defRPr>
                <a:solidFill>
                  <a:schemeClr val="bg1"/>
                </a:solidFill>
              </a:defRPr>
            </a:lvl3pPr>
            <a:lvl4pPr>
              <a:defRPr>
                <a:solidFill>
                  <a:schemeClr val="bg1"/>
                </a:solidFill>
              </a:defRPr>
            </a:lvl4pPr>
            <a:lvl5pPr>
              <a:defRPr>
                <a:solidFill>
                  <a:schemeClr val="bg1"/>
                </a:solidFill>
              </a:defRPr>
            </a:lvl5pPr>
          </a:lstStyle>
          <a:p>
            <a:pPr lvl="0"/>
            <a:r>
              <a:rPr lang="da-DK" dirty="0"/>
              <a:t>Click to edit Master text styles</a:t>
            </a:r>
            <a:endParaRPr lang="da-DK"/>
          </a:p>
        </p:txBody>
      </p:sp>
      <p:sp>
        <p:nvSpPr>
          <p:cNvPr id="8" name="Date_DateCustomA" descr="{&quot;templafy&quot;:{&quot;id&quot;:&quot;6f354c93-c798-4ba9-8ac3-fd677919f6d4&quot;}}">
            <a:extLst>
              <a:ext uri="{FF2B5EF4-FFF2-40B4-BE49-F238E27FC236}">
                <a16:creationId xmlns:a16="http://schemas.microsoft.com/office/drawing/2014/main" id="{249423E2-54F8-7094-38E5-785211867F3D}"/>
              </a:ext>
            </a:extLst>
          </p:cNvPr>
          <p:cNvSpPr txBox="1">
            <a:spLocks noChangeArrowheads="1"/>
          </p:cNvSpPr>
          <p:nvPr userDrawn="1"/>
        </p:nvSpPr>
        <p:spPr bwMode="auto">
          <a:xfrm>
            <a:off x="3691333" y="5997600"/>
            <a:ext cx="2271840" cy="582176"/>
          </a:xfrm>
          <a:prstGeom prst="rect">
            <a:avLst/>
          </a:prstGeom>
          <a:noFill/>
          <a:ln w="1778" algn="ctr">
            <a:noFill/>
            <a:miter lim="800000"/>
            <a:headEnd/>
            <a:tailEnd/>
          </a:ln>
          <a:effectLst/>
        </p:spPr>
        <p:txBody>
          <a:bodyPr wrap="square" lIns="0" tIns="475200" rIns="0" bIns="0" anchor="t" anchorCtr="0">
            <a:spAutoFit/>
          </a:bodyPr>
          <a:lstStyle/>
          <a:p>
            <a:pPr algn="r">
              <a:lnSpc>
                <a:spcPct val="95000"/>
              </a:lnSpc>
              <a:defRPr/>
            </a:pPr>
            <a:r>
              <a:rPr lang="da-DK" sz="700" b="0" cap="all" baseline="0" dirty="0">
                <a:solidFill>
                  <a:schemeClr val="bg1"/>
                </a:solidFill>
                <a:latin typeface="+mn-lt"/>
              </a:rPr>
              <a:t>15. juni 2026</a:t>
            </a:r>
          </a:p>
        </p:txBody>
      </p:sp>
      <p:sp>
        <p:nvSpPr>
          <p:cNvPr id="7" name="FLD_Event" descr="{&quot;templafy&quot;:{&quot;id&quot;:&quot;1d1e319b-bee2-4df3-9881-3810f7297c02&quot;}}">
            <a:extLst>
              <a:ext uri="{FF2B5EF4-FFF2-40B4-BE49-F238E27FC236}">
                <a16:creationId xmlns:a16="http://schemas.microsoft.com/office/drawing/2014/main" id="{163F40E2-4217-07B0-ECD8-2A4A14C886B5}"/>
              </a:ext>
            </a:extLst>
          </p:cNvPr>
          <p:cNvSpPr txBox="1">
            <a:spLocks noChangeArrowheads="1"/>
          </p:cNvSpPr>
          <p:nvPr userDrawn="1"/>
        </p:nvSpPr>
        <p:spPr bwMode="auto">
          <a:xfrm>
            <a:off x="3691333" y="5997600"/>
            <a:ext cx="2271840" cy="447676"/>
          </a:xfrm>
          <a:prstGeom prst="rect">
            <a:avLst/>
          </a:prstGeom>
          <a:noFill/>
          <a:ln w="1778" algn="ctr">
            <a:noFill/>
            <a:miter lim="800000"/>
            <a:headEnd/>
            <a:tailEnd/>
          </a:ln>
          <a:effectLst/>
        </p:spPr>
        <p:txBody>
          <a:bodyPr wrap="square" lIns="0" tIns="342000" rIns="0" bIns="0" anchor="t" anchorCtr="0">
            <a:spAutoFit/>
          </a:bodyPr>
          <a:lstStyle/>
          <a:p>
            <a:pPr algn="r">
              <a:lnSpc>
                <a:spcPct val="95000"/>
              </a:lnSpc>
              <a:defRPr/>
            </a:pPr>
            <a:r>
              <a:rPr lang="da-DK" sz="700" b="0" cap="all" baseline="0" dirty="0">
                <a:solidFill>
                  <a:schemeClr val="bg1"/>
                </a:solidFill>
                <a:latin typeface="+mn-lt"/>
              </a:rPr>
              <a:t>Master's defence</a:t>
            </a:r>
          </a:p>
        </p:txBody>
      </p:sp>
      <p:sp>
        <p:nvSpPr>
          <p:cNvPr id="41" name="USR_Title"/>
          <p:cNvSpPr txBox="1">
            <a:spLocks noChangeArrowheads="1"/>
          </p:cNvSpPr>
          <p:nvPr userDrawn="1"/>
        </p:nvSpPr>
        <p:spPr bwMode="auto">
          <a:xfrm>
            <a:off x="6240044" y="5997600"/>
            <a:ext cx="2982416" cy="582176"/>
          </a:xfrm>
          <a:prstGeom prst="rect">
            <a:avLst/>
          </a:prstGeom>
          <a:noFill/>
          <a:ln w="1778" algn="ctr">
            <a:noFill/>
            <a:miter lim="800000"/>
            <a:headEnd/>
            <a:tailEnd/>
          </a:ln>
          <a:effectLst/>
        </p:spPr>
        <p:txBody>
          <a:bodyPr lIns="0" tIns="475200" rIns="0" bIns="0" anchor="t" anchorCtr="0">
            <a:spAutoFit/>
          </a:bodyPr>
          <a:lstStyle/>
          <a:p>
            <a:pPr algn="l">
              <a:lnSpc>
                <a:spcPct val="95000"/>
              </a:lnSpc>
              <a:defRPr/>
            </a:pPr>
            <a:endParaRPr lang="da-DK" sz="700" b="0" cap="all" baseline="0" dirty="0">
              <a:solidFill>
                <a:schemeClr val="bg1"/>
              </a:solidFill>
              <a:latin typeface="+mn-lt"/>
            </a:endParaRPr>
          </a:p>
        </p:txBody>
      </p:sp>
      <p:sp>
        <p:nvSpPr>
          <p:cNvPr id="42" name="USR_Name" descr="{&quot;templafy&quot;:{&quot;id&quot;:&quot;4c0bec3a-e649-499b-a9a8-276547db97b5&quot;}}"/>
          <p:cNvSpPr txBox="1">
            <a:spLocks noChangeArrowheads="1"/>
          </p:cNvSpPr>
          <p:nvPr userDrawn="1"/>
        </p:nvSpPr>
        <p:spPr bwMode="auto">
          <a:xfrm>
            <a:off x="6240044" y="5997600"/>
            <a:ext cx="2982416" cy="444040"/>
          </a:xfrm>
          <a:prstGeom prst="rect">
            <a:avLst/>
          </a:prstGeom>
          <a:noFill/>
          <a:ln w="1778" algn="ctr">
            <a:noFill/>
            <a:miter lim="800000"/>
            <a:headEnd/>
            <a:tailEnd/>
          </a:ln>
          <a:effectLst/>
        </p:spPr>
        <p:txBody>
          <a:bodyPr lIns="0" tIns="342000" rIns="0" bIns="0" anchor="t" anchorCtr="0">
            <a:spAutoFit/>
          </a:bodyPr>
          <a:lstStyle/>
          <a:p>
            <a:pPr algn="l">
              <a:lnSpc>
                <a:spcPct val="95000"/>
              </a:lnSpc>
              <a:defRPr/>
            </a:pPr>
            <a:r>
              <a:rPr lang="da-DK" sz="700" b="0" cap="all" baseline="0" dirty="0">
                <a:solidFill>
                  <a:schemeClr val="bg1"/>
                </a:solidFill>
                <a:latin typeface="+mn-lt"/>
              </a:rPr>
              <a:t>Karsten Walz Jensen</a:t>
            </a:r>
          </a:p>
        </p:txBody>
      </p:sp>
      <p:pic>
        <p:nvPicPr>
          <p:cNvPr id="1822298862" name="SecondaryLogo" descr="{&quot;templafy&quot;:{&quot;id&quot;:&quot;7b63a425-627c-4de1-973d-2cd70fe4e1ce&quot;}}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206113" y="5999002"/>
            <a:ext cx="1659600" cy="558000"/>
          </a:xfrm>
          <a:prstGeom prst="rect">
            <a:avLst/>
          </a:prstGeom>
        </p:spPr>
      </p:pic>
      <p:sp>
        <p:nvSpPr>
          <p:cNvPr id="9" name="OFF_logo2Computed" descr="{&quot;templafy&quot;:{&quot;id&quot;:&quot;5f7c3f31-b8cd-430b-a6c9-7f1b5ba6d31a&quot;}}">
            <a:extLst>
              <a:ext uri="{FF2B5EF4-FFF2-40B4-BE49-F238E27FC236}">
                <a16:creationId xmlns:a16="http://schemas.microsoft.com/office/drawing/2014/main" id="{4550AE95-0D19-942D-D04F-B30197C47EBA}"/>
              </a:ext>
            </a:extLst>
          </p:cNvPr>
          <p:cNvSpPr txBox="1">
            <a:spLocks noChangeArrowheads="1"/>
          </p:cNvSpPr>
          <p:nvPr userDrawn="1"/>
        </p:nvSpPr>
        <p:spPr bwMode="auto">
          <a:xfrm>
            <a:off x="972000" y="5997600"/>
            <a:ext cx="2350045" cy="676612"/>
          </a:xfrm>
          <a:prstGeom prst="rect">
            <a:avLst/>
          </a:prstGeom>
          <a:noFill/>
          <a:ln w="1778" algn="ctr">
            <a:noFill/>
            <a:miter lim="800000"/>
            <a:headEnd/>
            <a:tailEnd/>
          </a:ln>
          <a:effectLst/>
        </p:spPr>
        <p:txBody>
          <a:bodyPr wrap="square" lIns="0" tIns="583200" rIns="0" bIns="0">
            <a:spAutoFit/>
          </a:bodyPr>
          <a:lstStyle/>
          <a:p>
            <a:pPr>
              <a:lnSpc>
                <a:spcPct val="95000"/>
              </a:lnSpc>
              <a:defRPr/>
            </a:pPr>
            <a:r>
              <a:rPr lang="da-DK" sz="600" cap="all" spc="40" baseline="0" dirty="0">
                <a:solidFill>
                  <a:schemeClr val="bg1"/>
                </a:solidFill>
                <a:latin typeface="AU Passata Light" pitchFamily="34" charset="0"/>
              </a:rPr>
              <a:t>Aarhus Universitet</a:t>
            </a:r>
          </a:p>
        </p:txBody>
      </p:sp>
      <p:sp>
        <p:nvSpPr>
          <p:cNvPr id="10" name="OFF_logo1Computed" descr="{&quot;templafy&quot;:{&quot;id&quot;:&quot;83e6068b-23fc-462f-b087-7e013c912135&quot;}}">
            <a:extLst>
              <a:ext uri="{FF2B5EF4-FFF2-40B4-BE49-F238E27FC236}">
                <a16:creationId xmlns:a16="http://schemas.microsoft.com/office/drawing/2014/main" id="{7E45388B-77A2-F799-5C73-3DBEF86FEF0E}"/>
              </a:ext>
            </a:extLst>
          </p:cNvPr>
          <p:cNvSpPr/>
          <p:nvPr userDrawn="1"/>
        </p:nvSpPr>
        <p:spPr bwMode="auto">
          <a:xfrm>
            <a:off x="971999" y="5997600"/>
            <a:ext cx="65" cy="451123"/>
          </a:xfrm>
          <a:prstGeom prst="rect">
            <a:avLst/>
          </a:prstGeom>
          <a:noFill/>
          <a:ln w="1778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none" lIns="0" tIns="309600" rIns="0" bIns="0" numCol="1" rtlCol="0" anchor="t" anchorCtr="0" compatLnSpc="1">
            <a:prstTxWarp prst="textNoShape">
              <a:avLst/>
            </a:prstTxWarp>
            <a:spAutoFit/>
          </a:bodyPr>
          <a:lstStyle/>
          <a:p>
            <a:pPr marL="0" marR="0" indent="0" algn="l" defTabSz="914400" rtl="0" eaLnBrk="1" fontAlgn="base" latinLnBrk="0" hangingPunct="1">
              <a:lnSpc>
                <a:spcPct val="9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U Passata" pitchFamily="34" charset="0"/>
              <a:buNone/>
              <a:tabLst/>
            </a:pPr>
            <a:r>
              <a:rPr kumimoji="0" lang="da-DK" sz="1000" b="0" i="0" u="none" strike="noStrike" cap="all" normalizeH="0" baseline="0" noProof="1">
                <a:ln>
                  <a:noFill/>
                </a:ln>
                <a:solidFill>
                  <a:schemeClr val="bg1"/>
                </a:solidFill>
                <a:effectLst/>
                <a:latin typeface="AU Passata" pitchFamily="34" charset="0"/>
              </a:rPr>
              <a:t>Natural Sciences</a:t>
            </a:r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4"/>
          </p:nvPr>
        </p:nvSpPr>
        <p:spPr>
          <a:xfrm>
            <a:off x="11807992" y="6581497"/>
            <a:ext cx="252000" cy="135422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pPr>
              <a:defRPr/>
            </a:pPr>
            <a:fld id="{E90C1E0A-682D-40DC-B1EA-26C007FDC330}" type="slidenum">
              <a:rPr lang="da-DK" smtClean="0"/>
              <a:pPr>
                <a:defRPr/>
              </a:pPr>
              <a:t>‹nr.›</a:t>
            </a:fld>
            <a:endParaRPr lang="da-DK" dirty="0"/>
          </a:p>
        </p:txBody>
      </p:sp>
    </p:spTree>
    <p:extLst>
      <p:ext uri="{BB962C8B-B14F-4D97-AF65-F5344CB8AC3E}">
        <p14:creationId xmlns:p14="http://schemas.microsoft.com/office/powerpoint/2010/main" val="1127008260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Title slide no pictur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 hidden="1"/>
          <p:cNvSpPr>
            <a:spLocks noGrp="1" noRot="1" noMove="1" noResize="1" noEditPoints="1" noAdjustHandles="1" noChangeArrowheads="1" noChangeShapeType="1"/>
          </p:cNvSpPr>
          <p:nvPr>
            <p:ph type="dt" sz="half" idx="10"/>
          </p:nvPr>
        </p:nvSpPr>
        <p:spPr>
          <a:xfrm>
            <a:off x="0" y="6858000"/>
            <a:ext cx="0" cy="0"/>
          </a:xfrm>
        </p:spPr>
        <p:txBody>
          <a:bodyPr/>
          <a:lstStyle/>
          <a:p>
            <a:fld id="{78417F83-4CBA-48F2-BAD0-783AE3701E32}" type="datetimeFigureOut">
              <a:rPr lang="da-DK" smtClean="0"/>
              <a:pPr/>
              <a:t>03-06-2026</a:t>
            </a:fld>
            <a:endParaRPr lang="da-DK" dirty="0"/>
          </a:p>
        </p:txBody>
      </p:sp>
      <p:sp>
        <p:nvSpPr>
          <p:cNvPr id="3" name="Footer Placeholder 2" hidden="1"/>
          <p:cNvSpPr>
            <a:spLocks noGrp="1" noRot="1" noMove="1" noResize="1" noEditPoints="1" noAdjustHandles="1" noChangeArrowheads="1" noChangeShapeType="1"/>
          </p:cNvSpPr>
          <p:nvPr>
            <p:ph type="ftr" sz="quarter" idx="11"/>
          </p:nvPr>
        </p:nvSpPr>
        <p:spPr>
          <a:xfrm>
            <a:off x="0" y="6858000"/>
            <a:ext cx="0" cy="0"/>
          </a:xfrm>
        </p:spPr>
        <p:txBody>
          <a:bodyPr/>
          <a:lstStyle/>
          <a:p>
            <a:endParaRPr lang="da-DK" dirty="0"/>
          </a:p>
        </p:txBody>
      </p:sp>
      <p:sp>
        <p:nvSpPr>
          <p:cNvPr id="14" name="TextBox 13"/>
          <p:cNvSpPr txBox="1"/>
          <p:nvPr userDrawn="1"/>
        </p:nvSpPr>
        <p:spPr>
          <a:xfrm>
            <a:off x="-1973598" y="3082506"/>
            <a:ext cx="1825892" cy="307777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r">
              <a:lnSpc>
                <a:spcPct val="100000"/>
              </a:lnSpc>
            </a:pPr>
            <a:r>
              <a:rPr lang="da-DK" sz="1000" baseline="0" noProof="1">
                <a:solidFill>
                  <a:schemeClr val="tx1">
                    <a:lumMod val="75000"/>
                    <a:lumOff val="25000"/>
                  </a:schemeClr>
                </a:solidFill>
              </a:rPr>
              <a:t>Ændr 2. linje eller ord til</a:t>
            </a:r>
            <a:endParaRPr lang="da-DK"/>
          </a:p>
          <a:p>
            <a:pPr algn="r">
              <a:lnSpc>
                <a:spcPct val="100000"/>
              </a:lnSpc>
            </a:pPr>
            <a:r>
              <a:rPr lang="da-DK" sz="1000" noProof="1">
                <a:solidFill>
                  <a:schemeClr val="tx1">
                    <a:lumMod val="75000"/>
                    <a:lumOff val="25000"/>
                  </a:schemeClr>
                </a:solidFill>
              </a:rPr>
              <a:t>AU Passata Bold</a:t>
            </a:r>
            <a:endParaRPr lang="da-DK" sz="4799" dirty="0"/>
          </a:p>
        </p:txBody>
      </p:sp>
      <p:sp>
        <p:nvSpPr>
          <p:cNvPr id="22" name="Farvet baggrund"/>
          <p:cNvSpPr/>
          <p:nvPr userDrawn="1"/>
        </p:nvSpPr>
        <p:spPr>
          <a:xfrm>
            <a:off x="0" y="0"/>
            <a:ext cx="12188825" cy="6858000"/>
          </a:xfrm>
          <a:prstGeom prst="rect">
            <a:avLst/>
          </a:prstGeom>
          <a:solidFill>
            <a:schemeClr val="tx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a-DK" sz="4799" dirty="0"/>
          </a:p>
        </p:txBody>
      </p:sp>
      <p:pic>
        <p:nvPicPr>
          <p:cNvPr id="17" name="Au logo"/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02400" y="5997600"/>
            <a:ext cx="557569" cy="558000"/>
          </a:xfrm>
          <a:prstGeom prst="rect">
            <a:avLst/>
          </a:prstGeom>
        </p:spPr>
      </p:pic>
      <p:pic>
        <p:nvPicPr>
          <p:cNvPr id="23" name="Billede 22"/>
          <p:cNvPicPr>
            <a:picLocks noChangeAspect="1"/>
          </p:cNvPicPr>
          <p:nvPr userDrawn="1"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073200" y="5997600"/>
            <a:ext cx="71734" cy="557999"/>
          </a:xfrm>
          <a:prstGeom prst="rect">
            <a:avLst/>
          </a:prstGeom>
        </p:spPr>
      </p:pic>
      <p:sp>
        <p:nvSpPr>
          <p:cNvPr id="34819" name="Title 1"/>
          <p:cNvSpPr>
            <a:spLocks noGrp="1" noChangeArrowheads="1"/>
          </p:cNvSpPr>
          <p:nvPr>
            <p:ph type="ctrTitle"/>
          </p:nvPr>
        </p:nvSpPr>
        <p:spPr>
          <a:xfrm>
            <a:off x="985838" y="2482343"/>
            <a:ext cx="10220325" cy="1661993"/>
          </a:xfrm>
        </p:spPr>
        <p:txBody>
          <a:bodyPr wrap="square" anchor="ctr" anchorCtr="0">
            <a:spAutoFit/>
          </a:bodyPr>
          <a:lstStyle>
            <a:lvl1pPr>
              <a:lnSpc>
                <a:spcPct val="90000"/>
              </a:lnSpc>
              <a:defRPr sz="6000" baseline="0">
                <a:solidFill>
                  <a:schemeClr val="bg1"/>
                </a:solidFill>
                <a:latin typeface="AU Passata Light" panose="020B0303030902030804" pitchFamily="34" charset="0"/>
              </a:defRPr>
            </a:lvl1pPr>
          </a:lstStyle>
          <a:p>
            <a:r>
              <a:rPr lang="da-DK" dirty="0"/>
              <a:t>Click to edit Master title style</a:t>
            </a:r>
            <a:endParaRPr lang="da-DK"/>
          </a:p>
        </p:txBody>
      </p:sp>
      <p:sp>
        <p:nvSpPr>
          <p:cNvPr id="7" name="Date_DateCustomA" descr="{&quot;templafy&quot;:{&quot;id&quot;:&quot;d2c807bf-c20a-4e6d-a799-6fcff6951647&quot;}}">
            <a:extLst>
              <a:ext uri="{FF2B5EF4-FFF2-40B4-BE49-F238E27FC236}">
                <a16:creationId xmlns:a16="http://schemas.microsoft.com/office/drawing/2014/main" id="{79F28AD6-C756-3FA9-8D35-B9ED537E5DDE}"/>
              </a:ext>
            </a:extLst>
          </p:cNvPr>
          <p:cNvSpPr txBox="1">
            <a:spLocks noChangeArrowheads="1"/>
          </p:cNvSpPr>
          <p:nvPr userDrawn="1"/>
        </p:nvSpPr>
        <p:spPr bwMode="auto">
          <a:xfrm>
            <a:off x="3691333" y="5997600"/>
            <a:ext cx="2271840" cy="582176"/>
          </a:xfrm>
          <a:prstGeom prst="rect">
            <a:avLst/>
          </a:prstGeom>
          <a:noFill/>
          <a:ln w="1778" algn="ctr">
            <a:noFill/>
            <a:miter lim="800000"/>
            <a:headEnd/>
            <a:tailEnd/>
          </a:ln>
          <a:effectLst/>
        </p:spPr>
        <p:txBody>
          <a:bodyPr wrap="square" lIns="0" tIns="475200" rIns="0" bIns="0" anchor="t" anchorCtr="0">
            <a:spAutoFit/>
          </a:bodyPr>
          <a:lstStyle/>
          <a:p>
            <a:pPr algn="r">
              <a:lnSpc>
                <a:spcPct val="95000"/>
              </a:lnSpc>
              <a:defRPr/>
            </a:pPr>
            <a:r>
              <a:rPr lang="da-DK" sz="700" b="0" cap="all" baseline="0" dirty="0">
                <a:solidFill>
                  <a:schemeClr val="bg1"/>
                </a:solidFill>
                <a:latin typeface="+mn-lt"/>
              </a:rPr>
              <a:t>15. juni 2026</a:t>
            </a:r>
          </a:p>
        </p:txBody>
      </p:sp>
      <p:sp>
        <p:nvSpPr>
          <p:cNvPr id="6" name="FLD_Event" descr="{&quot;templafy&quot;:{&quot;id&quot;:&quot;a73d03e7-4f3f-4aa5-97fe-5cd33606c1c3&quot;}}">
            <a:extLst>
              <a:ext uri="{FF2B5EF4-FFF2-40B4-BE49-F238E27FC236}">
                <a16:creationId xmlns:a16="http://schemas.microsoft.com/office/drawing/2014/main" id="{57887568-1188-7AD6-FE68-DD94BB3E0742}"/>
              </a:ext>
            </a:extLst>
          </p:cNvPr>
          <p:cNvSpPr txBox="1">
            <a:spLocks noChangeArrowheads="1"/>
          </p:cNvSpPr>
          <p:nvPr userDrawn="1"/>
        </p:nvSpPr>
        <p:spPr bwMode="auto">
          <a:xfrm>
            <a:off x="3691333" y="5997600"/>
            <a:ext cx="2271840" cy="447676"/>
          </a:xfrm>
          <a:prstGeom prst="rect">
            <a:avLst/>
          </a:prstGeom>
          <a:noFill/>
          <a:ln w="1778" algn="ctr">
            <a:noFill/>
            <a:miter lim="800000"/>
            <a:headEnd/>
            <a:tailEnd/>
          </a:ln>
          <a:effectLst/>
        </p:spPr>
        <p:txBody>
          <a:bodyPr wrap="square" lIns="0" tIns="342000" rIns="0" bIns="0" anchor="t" anchorCtr="0">
            <a:spAutoFit/>
          </a:bodyPr>
          <a:lstStyle/>
          <a:p>
            <a:pPr algn="r">
              <a:lnSpc>
                <a:spcPct val="95000"/>
              </a:lnSpc>
              <a:defRPr/>
            </a:pPr>
            <a:r>
              <a:rPr lang="da-DK" sz="700" b="0" cap="all" baseline="0" dirty="0">
                <a:solidFill>
                  <a:schemeClr val="bg1"/>
                </a:solidFill>
                <a:latin typeface="+mn-lt"/>
              </a:rPr>
              <a:t>Master's defence</a:t>
            </a:r>
          </a:p>
        </p:txBody>
      </p:sp>
      <p:sp>
        <p:nvSpPr>
          <p:cNvPr id="28" name="USR_Title"/>
          <p:cNvSpPr txBox="1">
            <a:spLocks noChangeArrowheads="1"/>
          </p:cNvSpPr>
          <p:nvPr userDrawn="1"/>
        </p:nvSpPr>
        <p:spPr bwMode="auto">
          <a:xfrm>
            <a:off x="6240044" y="5997600"/>
            <a:ext cx="2982416" cy="582176"/>
          </a:xfrm>
          <a:prstGeom prst="rect">
            <a:avLst/>
          </a:prstGeom>
          <a:noFill/>
          <a:ln w="1778" algn="ctr">
            <a:noFill/>
            <a:miter lim="800000"/>
            <a:headEnd/>
            <a:tailEnd/>
          </a:ln>
          <a:effectLst/>
        </p:spPr>
        <p:txBody>
          <a:bodyPr lIns="0" tIns="475200" rIns="0" bIns="0" anchor="t" anchorCtr="0">
            <a:spAutoFit/>
          </a:bodyPr>
          <a:lstStyle/>
          <a:p>
            <a:pPr algn="l">
              <a:lnSpc>
                <a:spcPct val="95000"/>
              </a:lnSpc>
              <a:defRPr/>
            </a:pPr>
            <a:endParaRPr lang="da-DK" sz="700" b="0" cap="all" baseline="0" dirty="0">
              <a:solidFill>
                <a:schemeClr val="bg1"/>
              </a:solidFill>
              <a:latin typeface="+mn-lt"/>
            </a:endParaRPr>
          </a:p>
        </p:txBody>
      </p:sp>
      <p:sp>
        <p:nvSpPr>
          <p:cNvPr id="29" name="USR_Name"/>
          <p:cNvSpPr txBox="1">
            <a:spLocks noChangeArrowheads="1"/>
          </p:cNvSpPr>
          <p:nvPr userDrawn="1"/>
        </p:nvSpPr>
        <p:spPr bwMode="auto">
          <a:xfrm>
            <a:off x="6240044" y="5997600"/>
            <a:ext cx="2982416" cy="444040"/>
          </a:xfrm>
          <a:prstGeom prst="rect">
            <a:avLst/>
          </a:prstGeom>
          <a:noFill/>
          <a:ln w="1778" algn="ctr">
            <a:noFill/>
            <a:miter lim="800000"/>
            <a:headEnd/>
            <a:tailEnd/>
          </a:ln>
          <a:effectLst/>
        </p:spPr>
        <p:txBody>
          <a:bodyPr lIns="0" tIns="342000" rIns="0" bIns="0" anchor="t" anchorCtr="0">
            <a:spAutoFit/>
          </a:bodyPr>
          <a:lstStyle/>
          <a:p>
            <a:pPr algn="l">
              <a:lnSpc>
                <a:spcPct val="95000"/>
              </a:lnSpc>
              <a:defRPr/>
            </a:pPr>
            <a:endParaRPr lang="da-DK" sz="700" b="0" cap="all" baseline="0" dirty="0">
              <a:solidFill>
                <a:schemeClr val="bg1"/>
              </a:solidFill>
              <a:latin typeface="+mn-lt"/>
            </a:endParaRPr>
          </a:p>
        </p:txBody>
      </p:sp>
      <p:pic>
        <p:nvPicPr>
          <p:cNvPr id="2061607644" name="SecondaryLogo" descr="{&quot;templafy&quot;:{&quot;id&quot;:&quot;8af0f282-0d34-48a1-86b8-ed605fc649c7&quot;}}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206113" y="5999002"/>
            <a:ext cx="1659600" cy="558000"/>
          </a:xfrm>
          <a:prstGeom prst="rect">
            <a:avLst/>
          </a:prstGeom>
        </p:spPr>
      </p:pic>
      <p:sp>
        <p:nvSpPr>
          <p:cNvPr id="11" name="OFF_logo2Computed" descr="{&quot;templafy&quot;:{&quot;id&quot;:&quot;a807b095-5570-4fae-855d-6e3bdcf63943&quot;}}">
            <a:extLst>
              <a:ext uri="{FF2B5EF4-FFF2-40B4-BE49-F238E27FC236}">
                <a16:creationId xmlns:a16="http://schemas.microsoft.com/office/drawing/2014/main" id="{A3243EC3-3157-0FCB-B9C5-4D04D60102D7}"/>
              </a:ext>
            </a:extLst>
          </p:cNvPr>
          <p:cNvSpPr txBox="1">
            <a:spLocks noChangeArrowheads="1"/>
          </p:cNvSpPr>
          <p:nvPr userDrawn="1"/>
        </p:nvSpPr>
        <p:spPr bwMode="auto">
          <a:xfrm>
            <a:off x="972000" y="5997600"/>
            <a:ext cx="2350045" cy="676612"/>
          </a:xfrm>
          <a:prstGeom prst="rect">
            <a:avLst/>
          </a:prstGeom>
          <a:noFill/>
          <a:ln w="1778" algn="ctr">
            <a:noFill/>
            <a:miter lim="800000"/>
            <a:headEnd/>
            <a:tailEnd/>
          </a:ln>
          <a:effectLst/>
        </p:spPr>
        <p:txBody>
          <a:bodyPr wrap="square" lIns="0" tIns="583200" rIns="0" bIns="0">
            <a:spAutoFit/>
          </a:bodyPr>
          <a:lstStyle/>
          <a:p>
            <a:pPr>
              <a:lnSpc>
                <a:spcPct val="95000"/>
              </a:lnSpc>
              <a:defRPr/>
            </a:pPr>
            <a:r>
              <a:rPr lang="da-DK" sz="600" cap="all" spc="40" baseline="0" dirty="0">
                <a:solidFill>
                  <a:schemeClr val="bg1"/>
                </a:solidFill>
                <a:latin typeface="AU Passata Light" pitchFamily="34" charset="0"/>
              </a:rPr>
              <a:t>Aarhus Universitet</a:t>
            </a:r>
          </a:p>
        </p:txBody>
      </p:sp>
      <p:sp>
        <p:nvSpPr>
          <p:cNvPr id="12" name="OFF_logo1Computed" descr="{&quot;templafy&quot;:{&quot;id&quot;:&quot;6681ad5b-db83-4810-b13c-3cb68ee472ad&quot;}}">
            <a:extLst>
              <a:ext uri="{FF2B5EF4-FFF2-40B4-BE49-F238E27FC236}">
                <a16:creationId xmlns:a16="http://schemas.microsoft.com/office/drawing/2014/main" id="{295F1ED3-E7A6-8E03-3171-374E099942CC}"/>
              </a:ext>
            </a:extLst>
          </p:cNvPr>
          <p:cNvSpPr/>
          <p:nvPr userDrawn="1"/>
        </p:nvSpPr>
        <p:spPr bwMode="auto">
          <a:xfrm>
            <a:off x="971999" y="5997600"/>
            <a:ext cx="65" cy="451123"/>
          </a:xfrm>
          <a:prstGeom prst="rect">
            <a:avLst/>
          </a:prstGeom>
          <a:noFill/>
          <a:ln w="1778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none" lIns="0" tIns="309600" rIns="0" bIns="0" numCol="1" rtlCol="0" anchor="t" anchorCtr="0" compatLnSpc="1">
            <a:prstTxWarp prst="textNoShape">
              <a:avLst/>
            </a:prstTxWarp>
            <a:spAutoFit/>
          </a:bodyPr>
          <a:lstStyle/>
          <a:p>
            <a:pPr marL="0" marR="0" indent="0" algn="l" defTabSz="914400" rtl="0" eaLnBrk="1" fontAlgn="base" latinLnBrk="0" hangingPunct="1">
              <a:lnSpc>
                <a:spcPct val="9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U Passata" pitchFamily="34" charset="0"/>
              <a:buNone/>
              <a:tabLst/>
            </a:pPr>
            <a:r>
              <a:rPr kumimoji="0" lang="da-DK" sz="1000" b="0" i="0" u="none" strike="noStrike" cap="all" normalizeH="0" baseline="0" noProof="1">
                <a:ln>
                  <a:noFill/>
                </a:ln>
                <a:solidFill>
                  <a:schemeClr val="bg1"/>
                </a:solidFill>
                <a:effectLst/>
                <a:latin typeface="AU Passata" pitchFamily="34" charset="0"/>
              </a:rPr>
              <a:t>Natural Sciences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>
          <a:xfrm>
            <a:off x="11807992" y="6581497"/>
            <a:ext cx="252000" cy="135422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pPr>
              <a:defRPr/>
            </a:pPr>
            <a:fld id="{E90C1E0A-682D-40DC-B1EA-26C007FDC330}" type="slidenum">
              <a:rPr lang="da-DK" smtClean="0"/>
              <a:pPr>
                <a:defRPr/>
              </a:pPr>
              <a:t>‹nr.›</a:t>
            </a:fld>
            <a:endParaRPr lang="da-DK" dirty="0"/>
          </a:p>
        </p:txBody>
      </p:sp>
    </p:spTree>
    <p:extLst>
      <p:ext uri="{BB962C8B-B14F-4D97-AF65-F5344CB8AC3E}">
        <p14:creationId xmlns:p14="http://schemas.microsoft.com/office/powerpoint/2010/main" val="200739098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el og indholdsobjek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a-DK" dirty="0"/>
              <a:t>Click to edit Master title style</a:t>
            </a:r>
            <a:endParaRPr lang="da-DK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985838" y="1960079"/>
            <a:ext cx="10220325" cy="3937484"/>
          </a:xfrm>
        </p:spPr>
        <p:txBody>
          <a:bodyPr/>
          <a:lstStyle>
            <a:lvl1pPr marL="0" indent="0">
              <a:buFont typeface="Calibri" panose="020F0502020204030204" pitchFamily="34" charset="0"/>
              <a:buChar char="​"/>
              <a:defRPr/>
            </a:lvl1pPr>
          </a:lstStyle>
          <a:p>
            <a:pPr lvl="0"/>
            <a:r>
              <a:rPr lang="da-DK" dirty="0"/>
              <a:t>Click to edit Master text styles</a:t>
            </a:r>
            <a:endParaRPr lang="da-DK"/>
          </a:p>
          <a:p>
            <a:pPr lvl="1"/>
            <a:r>
              <a:rPr lang="da-DK" dirty="0"/>
              <a:t>Second level</a:t>
            </a:r>
            <a:endParaRPr lang="da-DK"/>
          </a:p>
          <a:p>
            <a:pPr lvl="2"/>
            <a:r>
              <a:rPr lang="da-DK" dirty="0"/>
              <a:t>Third level</a:t>
            </a:r>
            <a:endParaRPr lang="da-DK"/>
          </a:p>
          <a:p>
            <a:pPr lvl="3"/>
            <a:r>
              <a:rPr lang="da-DK" dirty="0"/>
              <a:t>Fourth level</a:t>
            </a:r>
            <a:endParaRPr lang="da-DK"/>
          </a:p>
          <a:p>
            <a:pPr lvl="4"/>
            <a:r>
              <a:rPr lang="da-DK" dirty="0"/>
              <a:t>Fifth level</a:t>
            </a:r>
            <a:endParaRPr lang="da-DK"/>
          </a:p>
        </p:txBody>
      </p:sp>
      <p:sp>
        <p:nvSpPr>
          <p:cNvPr id="5" name="TextBox 4"/>
          <p:cNvSpPr txBox="1"/>
          <p:nvPr userDrawn="1"/>
        </p:nvSpPr>
        <p:spPr>
          <a:xfrm>
            <a:off x="-1973598" y="340161"/>
            <a:ext cx="1825892" cy="461665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r">
              <a:lnSpc>
                <a:spcPct val="100000"/>
              </a:lnSpc>
            </a:pPr>
            <a:r>
              <a:rPr lang="da-DK" sz="1000" noProof="1">
                <a:solidFill>
                  <a:schemeClr val="tx1">
                    <a:lumMod val="75000"/>
                    <a:lumOff val="25000"/>
                  </a:schemeClr>
                </a:solidFill>
              </a:rPr>
              <a:t>Overskrift to</a:t>
            </a:r>
            <a:r>
              <a:rPr lang="da-DK" sz="1000" baseline="0" noProof="1">
                <a:solidFill>
                  <a:schemeClr val="tx1">
                    <a:lumMod val="75000"/>
                    <a:lumOff val="25000"/>
                  </a:schemeClr>
                </a:solidFill>
              </a:rPr>
              <a:t> linjer </a:t>
            </a:r>
            <a:endParaRPr lang="da-DK"/>
          </a:p>
          <a:p>
            <a:pPr algn="r">
              <a:lnSpc>
                <a:spcPct val="100000"/>
              </a:lnSpc>
            </a:pPr>
            <a:r>
              <a:rPr lang="da-DK" sz="1000" baseline="0" noProof="1">
                <a:solidFill>
                  <a:schemeClr val="tx1">
                    <a:lumMod val="75000"/>
                    <a:lumOff val="25000"/>
                  </a:schemeClr>
                </a:solidFill>
              </a:rPr>
              <a:t>ændr 2. linje til</a:t>
            </a:r>
            <a:endParaRPr lang="da-DK"/>
          </a:p>
          <a:p>
            <a:pPr algn="r">
              <a:lnSpc>
                <a:spcPct val="100000"/>
              </a:lnSpc>
            </a:pPr>
            <a:r>
              <a:rPr lang="da-DK" sz="1000" noProof="1">
                <a:solidFill>
                  <a:schemeClr val="tx1">
                    <a:lumMod val="75000"/>
                    <a:lumOff val="25000"/>
                  </a:schemeClr>
                </a:solidFill>
              </a:rPr>
              <a:t>AU Passata Bold</a:t>
            </a:r>
            <a:endParaRPr lang="da-DK" sz="4799" dirty="0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>
          <a:xfrm>
            <a:off x="11807992" y="6581497"/>
            <a:ext cx="252000" cy="135422"/>
          </a:xfrm>
        </p:spPr>
        <p:txBody>
          <a:bodyPr/>
          <a:lstStyle/>
          <a:p>
            <a:pPr>
              <a:defRPr/>
            </a:pPr>
            <a:fld id="{E90C1E0A-682D-40DC-B1EA-26C007FDC330}" type="slidenum">
              <a:rPr lang="da-DK" smtClean="0"/>
              <a:pPr>
                <a:defRPr/>
              </a:pPr>
              <a:t>‹nr.›</a:t>
            </a:fld>
            <a:endParaRPr lang="da-DK" dirty="0"/>
          </a:p>
        </p:txBody>
      </p:sp>
      <p:sp>
        <p:nvSpPr>
          <p:cNvPr id="7" name="Date Placeholder 6" hidden="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8417F83-4CBA-48F2-BAD0-783AE3701E32}" type="datetimeFigureOut">
              <a:rPr lang="da-DK" smtClean="0"/>
              <a:pPr/>
              <a:t>03-06-2026</a:t>
            </a:fld>
            <a:endParaRPr lang="da-DK" dirty="0"/>
          </a:p>
        </p:txBody>
      </p:sp>
      <p:sp>
        <p:nvSpPr>
          <p:cNvPr id="8" name="Footer Placeholder 7" hidden="1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a-DK" dirty="0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One line title and bullet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Hvid baggrund"/>
          <p:cNvSpPr/>
          <p:nvPr userDrawn="1"/>
        </p:nvSpPr>
        <p:spPr bwMode="auto">
          <a:xfrm>
            <a:off x="0" y="-1"/>
            <a:ext cx="12193200" cy="5894387"/>
          </a:xfrm>
          <a:prstGeom prst="rect">
            <a:avLst/>
          </a:prstGeom>
          <a:solidFill>
            <a:schemeClr val="bg1"/>
          </a:solidFill>
          <a:ln w="1778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pPr marL="0" marR="0" indent="0" algn="l" defTabSz="914400" rtl="0" eaLnBrk="1" fontAlgn="base" latinLnBrk="0" hangingPunct="1">
              <a:lnSpc>
                <a:spcPct val="95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U Passata" pitchFamily="34" charset="0"/>
              <a:buNone/>
              <a:tabLst/>
            </a:pPr>
            <a:endParaRPr kumimoji="0" lang="da-DK" sz="1600" b="0" i="0" u="none" strike="noStrike" cap="none" normalizeH="0" baseline="0" dirty="0" err="1">
              <a:ln>
                <a:noFill/>
              </a:ln>
              <a:solidFill>
                <a:schemeClr val="bg1"/>
              </a:solidFill>
              <a:effectLst/>
              <a:latin typeface="AU Passata" pitchFamily="34" charset="0"/>
            </a:endParaRPr>
          </a:p>
        </p:txBody>
      </p:sp>
      <p:sp>
        <p:nvSpPr>
          <p:cNvPr id="16" name="Black Rectangle"/>
          <p:cNvSpPr/>
          <p:nvPr userDrawn="1"/>
        </p:nvSpPr>
        <p:spPr>
          <a:xfrm>
            <a:off x="990000" y="1045684"/>
            <a:ext cx="647831" cy="48000"/>
          </a:xfrm>
          <a:prstGeom prst="rect">
            <a:avLst/>
          </a:prstGeom>
          <a:solidFill>
            <a:schemeClr val="tx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a-DK" sz="4799" dirty="0"/>
          </a:p>
          <a:p>
            <a:pPr algn="ctr"/>
            <a:endParaRPr lang="da-DK" sz="4799" dirty="0"/>
          </a:p>
        </p:txBody>
      </p:sp>
      <p:sp>
        <p:nvSpPr>
          <p:cNvPr id="4" name="Title 1"/>
          <p:cNvSpPr>
            <a:spLocks noGrp="1"/>
          </p:cNvSpPr>
          <p:nvPr>
            <p:ph type="title"/>
          </p:nvPr>
        </p:nvSpPr>
        <p:spPr>
          <a:xfrm>
            <a:off x="315913" y="228627"/>
            <a:ext cx="11556000" cy="752101"/>
          </a:xfrm>
        </p:spPr>
        <p:txBody>
          <a:bodyPr anchor="t" anchorCtr="0"/>
          <a:lstStyle/>
          <a:p>
            <a:r>
              <a:rPr lang="da-DK" dirty="0"/>
              <a:t>Click to edit Master title style</a:t>
            </a:r>
            <a:endParaRPr lang="da-DK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985838" y="1373021"/>
            <a:ext cx="10220325" cy="4521366"/>
          </a:xfrm>
        </p:spPr>
        <p:txBody>
          <a:bodyPr/>
          <a:lstStyle>
            <a:lvl1pPr marL="0" indent="0">
              <a:buFont typeface="Calibri" panose="020F0502020204030204" pitchFamily="34" charset="0"/>
              <a:buChar char="​"/>
              <a:defRPr/>
            </a:lvl1pPr>
          </a:lstStyle>
          <a:p>
            <a:pPr lvl="0"/>
            <a:r>
              <a:rPr lang="da-DK" dirty="0"/>
              <a:t>Click to edit Master text styles</a:t>
            </a:r>
            <a:endParaRPr lang="da-DK"/>
          </a:p>
          <a:p>
            <a:pPr lvl="1"/>
            <a:r>
              <a:rPr lang="da-DK" dirty="0"/>
              <a:t>Second level</a:t>
            </a:r>
            <a:endParaRPr lang="da-DK"/>
          </a:p>
          <a:p>
            <a:pPr lvl="2"/>
            <a:r>
              <a:rPr lang="da-DK" dirty="0"/>
              <a:t>Third level</a:t>
            </a:r>
            <a:endParaRPr lang="da-DK"/>
          </a:p>
          <a:p>
            <a:pPr lvl="3"/>
            <a:r>
              <a:rPr lang="da-DK" dirty="0"/>
              <a:t>Fourth level</a:t>
            </a:r>
            <a:endParaRPr lang="da-DK"/>
          </a:p>
          <a:p>
            <a:pPr lvl="4"/>
            <a:r>
              <a:rPr lang="da-DK" dirty="0"/>
              <a:t>Fifth level</a:t>
            </a:r>
            <a:endParaRPr lang="da-DK"/>
          </a:p>
        </p:txBody>
      </p:sp>
      <p:sp>
        <p:nvSpPr>
          <p:cNvPr id="18" name="TextBox 17"/>
          <p:cNvSpPr txBox="1"/>
          <p:nvPr userDrawn="1"/>
        </p:nvSpPr>
        <p:spPr>
          <a:xfrm>
            <a:off x="-1973598" y="340161"/>
            <a:ext cx="1825892" cy="307777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r">
              <a:lnSpc>
                <a:spcPct val="100000"/>
              </a:lnSpc>
            </a:pPr>
            <a:r>
              <a:rPr lang="da-DK" sz="1000" noProof="1">
                <a:solidFill>
                  <a:schemeClr val="tx1">
                    <a:lumMod val="75000"/>
                    <a:lumOff val="25000"/>
                  </a:schemeClr>
                </a:solidFill>
              </a:rPr>
              <a:t>Overskrift én linje</a:t>
            </a:r>
            <a:endParaRPr lang="da-DK"/>
          </a:p>
          <a:p>
            <a:pPr algn="r">
              <a:lnSpc>
                <a:spcPct val="100000"/>
              </a:lnSpc>
            </a:pPr>
            <a:r>
              <a:rPr lang="da-DK" sz="1000" noProof="1">
                <a:solidFill>
                  <a:schemeClr val="tx1">
                    <a:lumMod val="75000"/>
                    <a:lumOff val="25000"/>
                  </a:schemeClr>
                </a:solidFill>
              </a:rPr>
              <a:t>Light eller AU Passata Bold</a:t>
            </a:r>
            <a:endParaRPr lang="da-DK" sz="4799" dirty="0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>
          <a:xfrm>
            <a:off x="11807992" y="6581497"/>
            <a:ext cx="252000" cy="135422"/>
          </a:xfrm>
        </p:spPr>
        <p:txBody>
          <a:bodyPr/>
          <a:lstStyle/>
          <a:p>
            <a:pPr>
              <a:defRPr/>
            </a:pPr>
            <a:fld id="{E90C1E0A-682D-40DC-B1EA-26C007FDC330}" type="slidenum">
              <a:rPr lang="da-DK" smtClean="0"/>
              <a:pPr>
                <a:defRPr/>
              </a:pPr>
              <a:t>‹nr.›</a:t>
            </a:fld>
            <a:endParaRPr lang="da-DK" dirty="0"/>
          </a:p>
        </p:txBody>
      </p:sp>
      <p:sp>
        <p:nvSpPr>
          <p:cNvPr id="7" name="Date Placeholder 6" hidden="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8417F83-4CBA-48F2-BAD0-783AE3701E32}" type="datetimeFigureOut">
              <a:rPr lang="da-DK" smtClean="0"/>
              <a:pPr/>
              <a:t>03-06-2026</a:t>
            </a:fld>
            <a:endParaRPr lang="da-DK" dirty="0"/>
          </a:p>
        </p:txBody>
      </p:sp>
      <p:sp>
        <p:nvSpPr>
          <p:cNvPr id="8" name="Footer Placeholder 7" hidden="1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a-DK" dirty="0"/>
          </a:p>
        </p:txBody>
      </p:sp>
    </p:spTree>
    <p:extLst>
      <p:ext uri="{BB962C8B-B14F-4D97-AF65-F5344CB8AC3E}">
        <p14:creationId xmlns:p14="http://schemas.microsoft.com/office/powerpoint/2010/main" val="3997128513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865" userDrawn="1">
          <p15:clr>
            <a:srgbClr val="000000"/>
          </p15:clr>
        </p15:guide>
      </p15:sldGuideLst>
    </p:ext>
  </p:extLst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ext and pictur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Hvid baggrund"/>
          <p:cNvSpPr/>
          <p:nvPr userDrawn="1"/>
        </p:nvSpPr>
        <p:spPr bwMode="auto">
          <a:xfrm>
            <a:off x="0" y="0"/>
            <a:ext cx="12193200" cy="5911200"/>
          </a:xfrm>
          <a:prstGeom prst="rect">
            <a:avLst/>
          </a:prstGeom>
          <a:solidFill>
            <a:schemeClr val="bg1"/>
          </a:solidFill>
          <a:ln w="1778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pPr marL="0" marR="0" indent="0" algn="l" defTabSz="914400" rtl="0" eaLnBrk="1" fontAlgn="base" latinLnBrk="0" hangingPunct="1">
              <a:lnSpc>
                <a:spcPct val="95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U Passata" pitchFamily="34" charset="0"/>
              <a:buNone/>
              <a:tabLst/>
            </a:pPr>
            <a:endParaRPr kumimoji="0" lang="da-DK" sz="1600" b="0" i="0" u="none" strike="noStrike" cap="none" normalizeH="0" baseline="0" dirty="0" err="1">
              <a:ln>
                <a:noFill/>
              </a:ln>
              <a:solidFill>
                <a:schemeClr val="bg1"/>
              </a:solidFill>
              <a:effectLst/>
              <a:latin typeface="AU Passata" pitchFamily="34" charset="0"/>
            </a:endParaRPr>
          </a:p>
        </p:txBody>
      </p:sp>
      <p:sp>
        <p:nvSpPr>
          <p:cNvPr id="15" name="Black Rectangle"/>
          <p:cNvSpPr/>
          <p:nvPr userDrawn="1"/>
        </p:nvSpPr>
        <p:spPr>
          <a:xfrm>
            <a:off x="990000" y="1045684"/>
            <a:ext cx="647831" cy="48000"/>
          </a:xfrm>
          <a:prstGeom prst="rect">
            <a:avLst/>
          </a:prstGeom>
          <a:solidFill>
            <a:schemeClr val="tx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a-DK" sz="4799" dirty="0"/>
          </a:p>
          <a:p>
            <a:pPr algn="ctr"/>
            <a:endParaRPr lang="da-DK" sz="4799" dirty="0"/>
          </a:p>
        </p:txBody>
      </p:sp>
      <p:sp>
        <p:nvSpPr>
          <p:cNvPr id="2" name="Title 1"/>
          <p:cNvSpPr>
            <a:spLocks noGrp="1"/>
          </p:cNvSpPr>
          <p:nvPr>
            <p:ph type="title" hasCustomPrompt="1"/>
          </p:nvPr>
        </p:nvSpPr>
        <p:spPr>
          <a:xfrm>
            <a:off x="316800" y="230400"/>
            <a:ext cx="5644263" cy="752400"/>
          </a:xfrm>
        </p:spPr>
        <p:txBody>
          <a:bodyPr anchor="t" anchorCtr="0"/>
          <a:lstStyle>
            <a:lvl1pPr>
              <a:defRPr/>
            </a:lvl1pPr>
          </a:lstStyle>
          <a:p>
            <a:r>
              <a:rPr lang="da-DK" dirty="0"/>
              <a:t>Insert title</a:t>
            </a:r>
            <a:endParaRPr lang="da-DK"/>
          </a:p>
        </p:txBody>
      </p:sp>
      <p:sp>
        <p:nvSpPr>
          <p:cNvPr id="10" name="Text Placeholder 2"/>
          <p:cNvSpPr>
            <a:spLocks noGrp="1"/>
          </p:cNvSpPr>
          <p:nvPr>
            <p:ph type="body" sz="quarter" idx="14"/>
          </p:nvPr>
        </p:nvSpPr>
        <p:spPr>
          <a:xfrm>
            <a:off x="985838" y="1371600"/>
            <a:ext cx="4975225" cy="4525964"/>
          </a:xfrm>
        </p:spPr>
        <p:txBody>
          <a:bodyPr/>
          <a:lstStyle>
            <a:lvl1pPr marL="0" indent="0">
              <a:buFont typeface="Calibri" panose="020F0502020204030204" pitchFamily="34" charset="0"/>
              <a:buChar char="​"/>
              <a:defRPr/>
            </a:lvl1pPr>
          </a:lstStyle>
          <a:p>
            <a:pPr lvl="0"/>
            <a:r>
              <a:rPr lang="da-DK" dirty="0"/>
              <a:t>Click to edit Master text styles</a:t>
            </a:r>
            <a:endParaRPr lang="da-DK"/>
          </a:p>
          <a:p>
            <a:pPr lvl="1"/>
            <a:r>
              <a:rPr lang="da-DK" dirty="0"/>
              <a:t>Second level</a:t>
            </a:r>
            <a:endParaRPr lang="da-DK"/>
          </a:p>
          <a:p>
            <a:pPr lvl="2"/>
            <a:r>
              <a:rPr lang="da-DK" dirty="0"/>
              <a:t>Third level</a:t>
            </a:r>
            <a:endParaRPr lang="da-DK"/>
          </a:p>
          <a:p>
            <a:pPr lvl="3"/>
            <a:r>
              <a:rPr lang="da-DK" dirty="0"/>
              <a:t>Fourth level</a:t>
            </a:r>
            <a:endParaRPr lang="da-DK"/>
          </a:p>
          <a:p>
            <a:pPr lvl="4"/>
            <a:r>
              <a:rPr lang="da-DK" dirty="0"/>
              <a:t>Fifth level</a:t>
            </a:r>
            <a:endParaRPr lang="da-DK"/>
          </a:p>
        </p:txBody>
      </p:sp>
      <p:sp>
        <p:nvSpPr>
          <p:cNvPr id="7" name="Picture Placeholder 3"/>
          <p:cNvSpPr>
            <a:spLocks noGrp="1"/>
          </p:cNvSpPr>
          <p:nvPr>
            <p:ph type="pic" sz="quarter" idx="13" hasCustomPrompt="1"/>
          </p:nvPr>
        </p:nvSpPr>
        <p:spPr>
          <a:xfrm>
            <a:off x="6230198" y="315913"/>
            <a:ext cx="5644110" cy="5581650"/>
          </a:xfrm>
        </p:spPr>
        <p:txBody>
          <a:bodyPr/>
          <a:lstStyle>
            <a:lvl1pPr marL="0" indent="0">
              <a:buNone/>
              <a:defRPr b="0"/>
            </a:lvl1pPr>
          </a:lstStyle>
          <a:p>
            <a:r>
              <a:rPr lang="da-DK" dirty="0"/>
              <a:t>Click here and add image via Templafy Image Library</a:t>
            </a:r>
            <a:endParaRPr lang="da-DK"/>
          </a:p>
        </p:txBody>
      </p:sp>
      <p:sp>
        <p:nvSpPr>
          <p:cNvPr id="9" name="TextBox 8"/>
          <p:cNvSpPr txBox="1"/>
          <p:nvPr userDrawn="1"/>
        </p:nvSpPr>
        <p:spPr>
          <a:xfrm>
            <a:off x="-1973598" y="340161"/>
            <a:ext cx="1825892" cy="307777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r">
              <a:lnSpc>
                <a:spcPct val="100000"/>
              </a:lnSpc>
            </a:pPr>
            <a:r>
              <a:rPr lang="da-DK" sz="1000" noProof="1">
                <a:solidFill>
                  <a:schemeClr val="tx1">
                    <a:lumMod val="75000"/>
                    <a:lumOff val="25000"/>
                  </a:schemeClr>
                </a:solidFill>
              </a:rPr>
              <a:t>Overskrift én linje</a:t>
            </a:r>
            <a:endParaRPr lang="da-DK"/>
          </a:p>
          <a:p>
            <a:pPr algn="r">
              <a:lnSpc>
                <a:spcPct val="100000"/>
              </a:lnSpc>
            </a:pPr>
            <a:r>
              <a:rPr lang="da-DK" sz="1000" noProof="1">
                <a:solidFill>
                  <a:schemeClr val="tx1">
                    <a:lumMod val="75000"/>
                    <a:lumOff val="25000"/>
                  </a:schemeClr>
                </a:solidFill>
              </a:rPr>
              <a:t>Light eller AU Passata Bold</a:t>
            </a:r>
            <a:endParaRPr lang="da-DK" sz="4799" dirty="0"/>
          </a:p>
        </p:txBody>
      </p:sp>
      <p:sp>
        <p:nvSpPr>
          <p:cNvPr id="8" name="Slide Number Placeholder 7"/>
          <p:cNvSpPr>
            <a:spLocks noGrp="1"/>
          </p:cNvSpPr>
          <p:nvPr>
            <p:ph type="sldNum" sz="quarter" idx="17"/>
          </p:nvPr>
        </p:nvSpPr>
        <p:spPr>
          <a:xfrm>
            <a:off x="11807992" y="6581497"/>
            <a:ext cx="252000" cy="135422"/>
          </a:xfrm>
        </p:spPr>
        <p:txBody>
          <a:bodyPr/>
          <a:lstStyle/>
          <a:p>
            <a:pPr>
              <a:defRPr/>
            </a:pPr>
            <a:fld id="{E90C1E0A-682D-40DC-B1EA-26C007FDC330}" type="slidenum">
              <a:rPr lang="da-DK" smtClean="0"/>
              <a:pPr>
                <a:defRPr/>
              </a:pPr>
              <a:t>‹nr.›</a:t>
            </a:fld>
            <a:endParaRPr lang="da-DK" dirty="0"/>
          </a:p>
        </p:txBody>
      </p:sp>
      <p:sp>
        <p:nvSpPr>
          <p:cNvPr id="5" name="Date Placeholder 4" hidden="1"/>
          <p:cNvSpPr>
            <a:spLocks noGrp="1"/>
          </p:cNvSpPr>
          <p:nvPr>
            <p:ph type="dt" sz="half" idx="15"/>
          </p:nvPr>
        </p:nvSpPr>
        <p:spPr/>
        <p:txBody>
          <a:bodyPr/>
          <a:lstStyle/>
          <a:p>
            <a:fld id="{78417F83-4CBA-48F2-BAD0-783AE3701E32}" type="datetimeFigureOut">
              <a:rPr lang="da-DK" smtClean="0"/>
              <a:pPr/>
              <a:t>03-06-2026</a:t>
            </a:fld>
            <a:endParaRPr lang="da-DK" dirty="0"/>
          </a:p>
        </p:txBody>
      </p:sp>
      <p:sp>
        <p:nvSpPr>
          <p:cNvPr id="6" name="Footer Placeholder 5" hidden="1"/>
          <p:cNvSpPr>
            <a:spLocks noGrp="1"/>
          </p:cNvSpPr>
          <p:nvPr>
            <p:ph type="ftr" sz="quarter" idx="16"/>
          </p:nvPr>
        </p:nvSpPr>
        <p:spPr/>
        <p:txBody>
          <a:bodyPr/>
          <a:lstStyle/>
          <a:p>
            <a:endParaRPr lang="da-DK" dirty="0"/>
          </a:p>
        </p:txBody>
      </p:sp>
    </p:spTree>
    <p:extLst>
      <p:ext uri="{BB962C8B-B14F-4D97-AF65-F5344CB8AC3E}">
        <p14:creationId xmlns:p14="http://schemas.microsoft.com/office/powerpoint/2010/main" val="3999787102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pos="3924" userDrawn="1">
          <p15:clr>
            <a:srgbClr val="A4A3A4"/>
          </p15:clr>
        </p15:guide>
        <p15:guide id="2" pos="3755" userDrawn="1">
          <p15:clr>
            <a:srgbClr val="A4A3A4"/>
          </p15:clr>
        </p15:guide>
      </p15:sldGuideLst>
    </p:ext>
  </p:extLst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Personal informa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Hvid baggrund"/>
          <p:cNvSpPr/>
          <p:nvPr userDrawn="1"/>
        </p:nvSpPr>
        <p:spPr bwMode="auto">
          <a:xfrm>
            <a:off x="0" y="0"/>
            <a:ext cx="12193200" cy="5911011"/>
          </a:xfrm>
          <a:prstGeom prst="rect">
            <a:avLst/>
          </a:prstGeom>
          <a:solidFill>
            <a:schemeClr val="bg1"/>
          </a:solidFill>
          <a:ln w="1778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pPr marL="0" marR="0" indent="0" algn="l" defTabSz="914400" rtl="0" eaLnBrk="1" fontAlgn="base" latinLnBrk="0" hangingPunct="1">
              <a:lnSpc>
                <a:spcPct val="95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U Passata" pitchFamily="34" charset="0"/>
              <a:buNone/>
              <a:tabLst/>
            </a:pPr>
            <a:endParaRPr kumimoji="0" lang="da-DK" sz="1600" b="0" i="0" u="none" strike="noStrike" cap="none" normalizeH="0" baseline="0" dirty="0" err="1">
              <a:ln>
                <a:noFill/>
              </a:ln>
              <a:solidFill>
                <a:schemeClr val="bg1"/>
              </a:solidFill>
              <a:effectLst/>
              <a:latin typeface="AU Passata" pitchFamily="34" charset="0"/>
            </a:endParaRPr>
          </a:p>
        </p:txBody>
      </p:sp>
      <p:sp>
        <p:nvSpPr>
          <p:cNvPr id="15" name="Black Rectangle"/>
          <p:cNvSpPr/>
          <p:nvPr userDrawn="1"/>
        </p:nvSpPr>
        <p:spPr>
          <a:xfrm>
            <a:off x="1001075" y="2694542"/>
            <a:ext cx="647831" cy="48000"/>
          </a:xfrm>
          <a:prstGeom prst="rect">
            <a:avLst/>
          </a:prstGeom>
          <a:solidFill>
            <a:schemeClr val="tx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a-DK" sz="4799" dirty="0"/>
          </a:p>
          <a:p>
            <a:pPr algn="ctr"/>
            <a:endParaRPr lang="da-DK" sz="4799" dirty="0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85838" y="1484784"/>
            <a:ext cx="4975225" cy="971980"/>
          </a:xfrm>
        </p:spPr>
        <p:txBody>
          <a:bodyPr anchor="b" anchorCtr="0"/>
          <a:lstStyle>
            <a:lvl1pPr>
              <a:lnSpc>
                <a:spcPct val="95000"/>
              </a:lnSpc>
              <a:defRPr sz="3000">
                <a:latin typeface="+mn-lt"/>
              </a:defRPr>
            </a:lvl1pPr>
          </a:lstStyle>
          <a:p>
            <a:r>
              <a:rPr lang="da-DK" dirty="0"/>
              <a:t>Click to edit Master title style</a:t>
            </a:r>
            <a:endParaRPr lang="da-DK"/>
          </a:p>
        </p:txBody>
      </p:sp>
      <p:sp>
        <p:nvSpPr>
          <p:cNvPr id="10" name="Text Placeholder 2"/>
          <p:cNvSpPr>
            <a:spLocks noGrp="1"/>
          </p:cNvSpPr>
          <p:nvPr>
            <p:ph type="body" sz="quarter" idx="14"/>
          </p:nvPr>
        </p:nvSpPr>
        <p:spPr>
          <a:xfrm>
            <a:off x="985838" y="3010711"/>
            <a:ext cx="4975225" cy="1858449"/>
          </a:xfrm>
        </p:spPr>
        <p:txBody>
          <a:bodyPr/>
          <a:lstStyle>
            <a:lvl1pPr marL="0" indent="0">
              <a:buFont typeface="Calibri" panose="020F0502020204030204" pitchFamily="34" charset="0"/>
              <a:buChar char="​"/>
              <a:defRPr/>
            </a:lvl1pPr>
            <a:lvl5pPr>
              <a:defRPr/>
            </a:lvl5pPr>
          </a:lstStyle>
          <a:p>
            <a:pPr lvl="0"/>
            <a:r>
              <a:rPr lang="da-DK" dirty="0"/>
              <a:t>Click to edit Master text styles</a:t>
            </a:r>
            <a:endParaRPr lang="da-DK"/>
          </a:p>
          <a:p>
            <a:pPr lvl="1"/>
            <a:r>
              <a:rPr lang="da-DK" dirty="0"/>
              <a:t>Second level</a:t>
            </a:r>
            <a:endParaRPr lang="da-DK"/>
          </a:p>
          <a:p>
            <a:pPr lvl="2"/>
            <a:r>
              <a:rPr lang="da-DK" dirty="0"/>
              <a:t>Third level</a:t>
            </a:r>
            <a:endParaRPr lang="da-DK"/>
          </a:p>
          <a:p>
            <a:pPr lvl="3"/>
            <a:r>
              <a:rPr lang="da-DK" dirty="0"/>
              <a:t>Fourth level</a:t>
            </a:r>
            <a:endParaRPr lang="da-DK"/>
          </a:p>
          <a:p>
            <a:pPr lvl="4"/>
            <a:r>
              <a:rPr lang="da-DK" dirty="0"/>
              <a:t>Fifth level</a:t>
            </a:r>
            <a:endParaRPr lang="da-DK"/>
          </a:p>
          <a:p>
            <a:pPr lvl="5"/>
            <a:r>
              <a:rPr lang="da-DK" dirty="0"/>
              <a:t>6</a:t>
            </a:r>
            <a:endParaRPr lang="da-DK"/>
          </a:p>
        </p:txBody>
      </p:sp>
      <p:sp>
        <p:nvSpPr>
          <p:cNvPr id="7" name="Picture Placeholder 3"/>
          <p:cNvSpPr>
            <a:spLocks noGrp="1"/>
          </p:cNvSpPr>
          <p:nvPr>
            <p:ph type="pic" sz="quarter" idx="13" hasCustomPrompt="1"/>
          </p:nvPr>
        </p:nvSpPr>
        <p:spPr>
          <a:xfrm>
            <a:off x="6231600" y="315913"/>
            <a:ext cx="5644800" cy="5583600"/>
          </a:xfrm>
        </p:spPr>
        <p:txBody>
          <a:bodyPr/>
          <a:lstStyle>
            <a:lvl1pPr marL="0" indent="0">
              <a:buNone/>
              <a:defRPr b="0"/>
            </a:lvl1pPr>
          </a:lstStyle>
          <a:p>
            <a:r>
              <a:rPr lang="da-DK" dirty="0"/>
              <a:t>Click here and add image via Templafy Image Library</a:t>
            </a:r>
            <a:endParaRPr lang="da-DK"/>
          </a:p>
        </p:txBody>
      </p:sp>
      <p:sp>
        <p:nvSpPr>
          <p:cNvPr id="9" name="TextBox 8"/>
          <p:cNvSpPr txBox="1"/>
          <p:nvPr userDrawn="1"/>
        </p:nvSpPr>
        <p:spPr>
          <a:xfrm>
            <a:off x="-1973598" y="1780882"/>
            <a:ext cx="1825892" cy="153888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r">
              <a:lnSpc>
                <a:spcPct val="100000"/>
              </a:lnSpc>
            </a:pPr>
            <a:r>
              <a:rPr lang="da-DK" sz="1000" noProof="1">
                <a:solidFill>
                  <a:schemeClr val="tx1">
                    <a:lumMod val="75000"/>
                    <a:lumOff val="25000"/>
                  </a:schemeClr>
                </a:solidFill>
              </a:rPr>
              <a:t>Overskrift to</a:t>
            </a:r>
            <a:r>
              <a:rPr lang="da-DK" sz="1000" baseline="0" noProof="1">
                <a:solidFill>
                  <a:schemeClr val="tx1">
                    <a:lumMod val="75000"/>
                    <a:lumOff val="25000"/>
                  </a:schemeClr>
                </a:solidFill>
              </a:rPr>
              <a:t> linjer</a:t>
            </a:r>
            <a:endParaRPr lang="da-DK"/>
          </a:p>
        </p:txBody>
      </p:sp>
      <p:sp>
        <p:nvSpPr>
          <p:cNvPr id="8" name="Slide Number Placeholder 7"/>
          <p:cNvSpPr>
            <a:spLocks noGrp="1"/>
          </p:cNvSpPr>
          <p:nvPr>
            <p:ph type="sldNum" sz="quarter" idx="17"/>
          </p:nvPr>
        </p:nvSpPr>
        <p:spPr>
          <a:xfrm>
            <a:off x="11807992" y="6581497"/>
            <a:ext cx="252000" cy="135422"/>
          </a:xfrm>
        </p:spPr>
        <p:txBody>
          <a:bodyPr/>
          <a:lstStyle/>
          <a:p>
            <a:pPr>
              <a:defRPr/>
            </a:pPr>
            <a:fld id="{E90C1E0A-682D-40DC-B1EA-26C007FDC330}" type="slidenum">
              <a:rPr lang="da-DK" smtClean="0"/>
              <a:pPr>
                <a:defRPr/>
              </a:pPr>
              <a:t>‹nr.›</a:t>
            </a:fld>
            <a:endParaRPr lang="da-DK" dirty="0"/>
          </a:p>
        </p:txBody>
      </p:sp>
      <p:sp>
        <p:nvSpPr>
          <p:cNvPr id="5" name="Date Placeholder 4" hidden="1"/>
          <p:cNvSpPr>
            <a:spLocks noGrp="1"/>
          </p:cNvSpPr>
          <p:nvPr>
            <p:ph type="dt" sz="half" idx="15"/>
          </p:nvPr>
        </p:nvSpPr>
        <p:spPr/>
        <p:txBody>
          <a:bodyPr/>
          <a:lstStyle/>
          <a:p>
            <a:fld id="{78417F83-4CBA-48F2-BAD0-783AE3701E32}" type="datetimeFigureOut">
              <a:rPr lang="da-DK" smtClean="0"/>
              <a:pPr/>
              <a:t>03-06-2026</a:t>
            </a:fld>
            <a:endParaRPr lang="da-DK" dirty="0"/>
          </a:p>
        </p:txBody>
      </p:sp>
      <p:sp>
        <p:nvSpPr>
          <p:cNvPr id="6" name="Footer Placeholder 5" hidden="1"/>
          <p:cNvSpPr>
            <a:spLocks noGrp="1"/>
          </p:cNvSpPr>
          <p:nvPr>
            <p:ph type="ftr" sz="quarter" idx="16"/>
          </p:nvPr>
        </p:nvSpPr>
        <p:spPr/>
        <p:txBody>
          <a:bodyPr/>
          <a:lstStyle/>
          <a:p>
            <a:endParaRPr lang="da-DK" dirty="0"/>
          </a:p>
        </p:txBody>
      </p:sp>
    </p:spTree>
    <p:extLst>
      <p:ext uri="{BB962C8B-B14F-4D97-AF65-F5344CB8AC3E}">
        <p14:creationId xmlns:p14="http://schemas.microsoft.com/office/powerpoint/2010/main" val="4270316488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pos="3930" userDrawn="1">
          <p15:clr>
            <a:srgbClr val="A4A3A4"/>
          </p15:clr>
        </p15:guide>
        <p15:guide id="2" pos="3755" userDrawn="1">
          <p15:clr>
            <a:srgbClr val="A4A3A4"/>
          </p15:clr>
        </p15:guide>
        <p15:guide id="3" orient="horz" pos="3069" userDrawn="1">
          <p15:clr>
            <a:srgbClr val="A4A3A4"/>
          </p15:clr>
        </p15:guide>
      </p15:sldGuideLst>
    </p:ext>
  </p:extLst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Pictur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Picture Placeholder 1"/>
          <p:cNvSpPr>
            <a:spLocks noGrp="1"/>
          </p:cNvSpPr>
          <p:nvPr>
            <p:ph type="pic" sz="quarter" idx="11" hasCustomPrompt="1"/>
          </p:nvPr>
        </p:nvSpPr>
        <p:spPr>
          <a:xfrm>
            <a:off x="316800" y="316800"/>
            <a:ext cx="11559600" cy="5583600"/>
          </a:xfrm>
          <a:solidFill>
            <a:schemeClr val="bg1"/>
          </a:solidFill>
        </p:spPr>
        <p:txBody>
          <a:bodyPr/>
          <a:lstStyle>
            <a:lvl1pPr marL="0" indent="0">
              <a:buFontTx/>
              <a:buNone/>
              <a:defRPr b="0"/>
            </a:lvl1pPr>
          </a:lstStyle>
          <a:p>
            <a:r>
              <a:rPr lang="da-DK" dirty="0"/>
              <a:t>Click here and add image via Templafy Image Library</a:t>
            </a:r>
            <a:endParaRPr lang="da-DK"/>
          </a:p>
        </p:txBody>
      </p:sp>
      <p:sp>
        <p:nvSpPr>
          <p:cNvPr id="8" name="Slide Number Placeholder 7"/>
          <p:cNvSpPr>
            <a:spLocks noGrp="1"/>
          </p:cNvSpPr>
          <p:nvPr>
            <p:ph type="sldNum" sz="quarter" idx="14"/>
          </p:nvPr>
        </p:nvSpPr>
        <p:spPr>
          <a:xfrm>
            <a:off x="11807992" y="6581497"/>
            <a:ext cx="252000" cy="135422"/>
          </a:xfrm>
        </p:spPr>
        <p:txBody>
          <a:bodyPr/>
          <a:lstStyle/>
          <a:p>
            <a:pPr>
              <a:defRPr/>
            </a:pPr>
            <a:fld id="{E90C1E0A-682D-40DC-B1EA-26C007FDC330}" type="slidenum">
              <a:rPr lang="da-DK" smtClean="0"/>
              <a:pPr>
                <a:defRPr/>
              </a:pPr>
              <a:t>‹nr.›</a:t>
            </a:fld>
            <a:endParaRPr lang="da-DK" dirty="0"/>
          </a:p>
        </p:txBody>
      </p:sp>
      <p:sp>
        <p:nvSpPr>
          <p:cNvPr id="6" name="Date Placeholder 5" hidden="1"/>
          <p:cNvSpPr>
            <a:spLocks noGrp="1"/>
          </p:cNvSpPr>
          <p:nvPr>
            <p:ph type="dt" sz="half" idx="12"/>
          </p:nvPr>
        </p:nvSpPr>
        <p:spPr/>
        <p:txBody>
          <a:bodyPr/>
          <a:lstStyle/>
          <a:p>
            <a:fld id="{78417F83-4CBA-48F2-BAD0-783AE3701E32}" type="datetimeFigureOut">
              <a:rPr lang="da-DK" smtClean="0"/>
              <a:pPr/>
              <a:t>03-06-2026</a:t>
            </a:fld>
            <a:endParaRPr lang="da-DK" dirty="0"/>
          </a:p>
        </p:txBody>
      </p:sp>
      <p:sp>
        <p:nvSpPr>
          <p:cNvPr id="7" name="Footer Placeholder 6" hidden="1"/>
          <p:cNvSpPr>
            <a:spLocks noGrp="1"/>
          </p:cNvSpPr>
          <p:nvPr>
            <p:ph type="ftr" sz="quarter" idx="13"/>
          </p:nvPr>
        </p:nvSpPr>
        <p:spPr/>
        <p:txBody>
          <a:bodyPr/>
          <a:lstStyle/>
          <a:p>
            <a:endParaRPr lang="da-DK" dirty="0"/>
          </a:p>
        </p:txBody>
      </p:sp>
    </p:spTree>
    <p:extLst>
      <p:ext uri="{BB962C8B-B14F-4D97-AF65-F5344CB8AC3E}">
        <p14:creationId xmlns:p14="http://schemas.microsoft.com/office/powerpoint/2010/main" val="307761825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wo picture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Picture Placeholder 1"/>
          <p:cNvSpPr>
            <a:spLocks noGrp="1"/>
          </p:cNvSpPr>
          <p:nvPr>
            <p:ph type="pic" sz="quarter" idx="11" hasCustomPrompt="1"/>
          </p:nvPr>
        </p:nvSpPr>
        <p:spPr>
          <a:xfrm>
            <a:off x="316800" y="316800"/>
            <a:ext cx="5644800" cy="5583600"/>
          </a:xfrm>
          <a:solidFill>
            <a:schemeClr val="bg1"/>
          </a:solidFill>
        </p:spPr>
        <p:txBody>
          <a:bodyPr/>
          <a:lstStyle>
            <a:lvl1pPr marL="0" indent="0">
              <a:buFontTx/>
              <a:buNone/>
              <a:defRPr b="0"/>
            </a:lvl1pPr>
          </a:lstStyle>
          <a:p>
            <a:r>
              <a:rPr lang="da-DK" dirty="0"/>
              <a:t>Click here and add image via Templafy Image Library</a:t>
            </a:r>
            <a:endParaRPr lang="da-DK"/>
          </a:p>
        </p:txBody>
      </p:sp>
      <p:sp>
        <p:nvSpPr>
          <p:cNvPr id="5" name="Picture Placeholder 2"/>
          <p:cNvSpPr>
            <a:spLocks noGrp="1"/>
          </p:cNvSpPr>
          <p:nvPr>
            <p:ph type="pic" sz="quarter" idx="12" hasCustomPrompt="1"/>
          </p:nvPr>
        </p:nvSpPr>
        <p:spPr>
          <a:xfrm>
            <a:off x="6231600" y="316800"/>
            <a:ext cx="5644800" cy="5583600"/>
          </a:xfrm>
        </p:spPr>
        <p:txBody>
          <a:bodyPr/>
          <a:lstStyle>
            <a:lvl1pPr marL="0" indent="0">
              <a:buFontTx/>
              <a:buNone/>
              <a:defRPr b="0"/>
            </a:lvl1pPr>
          </a:lstStyle>
          <a:p>
            <a:r>
              <a:rPr lang="da-DK" dirty="0"/>
              <a:t>Click here and add image via Templafy Image Library</a:t>
            </a:r>
            <a:endParaRPr lang="da-DK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5"/>
          </p:nvPr>
        </p:nvSpPr>
        <p:spPr>
          <a:xfrm>
            <a:off x="11807992" y="6581497"/>
            <a:ext cx="252000" cy="135422"/>
          </a:xfrm>
        </p:spPr>
        <p:txBody>
          <a:bodyPr/>
          <a:lstStyle/>
          <a:p>
            <a:pPr>
              <a:defRPr/>
            </a:pPr>
            <a:fld id="{E90C1E0A-682D-40DC-B1EA-26C007FDC330}" type="slidenum">
              <a:rPr lang="da-DK" smtClean="0"/>
              <a:pPr>
                <a:defRPr/>
              </a:pPr>
              <a:t>‹nr.›</a:t>
            </a:fld>
            <a:endParaRPr lang="da-DK" dirty="0"/>
          </a:p>
        </p:txBody>
      </p:sp>
      <p:sp>
        <p:nvSpPr>
          <p:cNvPr id="7" name="Date Placeholder 6" hidden="1"/>
          <p:cNvSpPr>
            <a:spLocks noGrp="1"/>
          </p:cNvSpPr>
          <p:nvPr>
            <p:ph type="dt" sz="half" idx="13"/>
          </p:nvPr>
        </p:nvSpPr>
        <p:spPr/>
        <p:txBody>
          <a:bodyPr/>
          <a:lstStyle/>
          <a:p>
            <a:fld id="{78417F83-4CBA-48F2-BAD0-783AE3701E32}" type="datetimeFigureOut">
              <a:rPr lang="da-DK" smtClean="0"/>
              <a:pPr/>
              <a:t>03-06-2026</a:t>
            </a:fld>
            <a:endParaRPr lang="da-DK" dirty="0"/>
          </a:p>
        </p:txBody>
      </p:sp>
      <p:sp>
        <p:nvSpPr>
          <p:cNvPr id="8" name="Footer Placeholder 7" hidden="1"/>
          <p:cNvSpPr>
            <a:spLocks noGrp="1"/>
          </p:cNvSpPr>
          <p:nvPr>
            <p:ph type="ftr" sz="quarter" idx="14"/>
          </p:nvPr>
        </p:nvSpPr>
        <p:spPr/>
        <p:txBody>
          <a:bodyPr/>
          <a:lstStyle/>
          <a:p>
            <a:endParaRPr lang="da-DK" dirty="0"/>
          </a:p>
        </p:txBody>
      </p:sp>
    </p:spTree>
    <p:extLst>
      <p:ext uri="{BB962C8B-B14F-4D97-AF65-F5344CB8AC3E}">
        <p14:creationId xmlns:p14="http://schemas.microsoft.com/office/powerpoint/2010/main" val="2087004173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pos="3924" userDrawn="1">
          <p15:clr>
            <a:srgbClr val="A4A3A4"/>
          </p15:clr>
        </p15:guide>
        <p15:guide id="2" pos="3754" userDrawn="1">
          <p15:clr>
            <a:srgbClr val="A4A3A4"/>
          </p15:clr>
        </p15:guide>
      </p15:sldGuideLst>
    </p:ext>
  </p:extLst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hree picture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Picture Placeholder 1"/>
          <p:cNvSpPr>
            <a:spLocks noGrp="1"/>
          </p:cNvSpPr>
          <p:nvPr>
            <p:ph type="pic" sz="quarter" idx="11" hasCustomPrompt="1"/>
          </p:nvPr>
        </p:nvSpPr>
        <p:spPr>
          <a:xfrm>
            <a:off x="316800" y="316800"/>
            <a:ext cx="5644800" cy="2653200"/>
          </a:xfrm>
          <a:solidFill>
            <a:schemeClr val="bg1"/>
          </a:solidFill>
        </p:spPr>
        <p:txBody>
          <a:bodyPr/>
          <a:lstStyle>
            <a:lvl1pPr marL="0" indent="0">
              <a:buFontTx/>
              <a:buNone/>
              <a:defRPr b="0"/>
            </a:lvl1pPr>
          </a:lstStyle>
          <a:p>
            <a:r>
              <a:rPr lang="da-DK" dirty="0"/>
              <a:t>Click here and add image via Templafy Image Library</a:t>
            </a:r>
            <a:endParaRPr lang="da-DK"/>
          </a:p>
        </p:txBody>
      </p:sp>
      <p:sp>
        <p:nvSpPr>
          <p:cNvPr id="7" name="Picture Placeholder 2"/>
          <p:cNvSpPr>
            <a:spLocks noGrp="1"/>
          </p:cNvSpPr>
          <p:nvPr>
            <p:ph type="pic" sz="quarter" idx="13" hasCustomPrompt="1"/>
          </p:nvPr>
        </p:nvSpPr>
        <p:spPr>
          <a:xfrm>
            <a:off x="316800" y="3237372"/>
            <a:ext cx="5644800" cy="2653200"/>
          </a:xfrm>
        </p:spPr>
        <p:txBody>
          <a:bodyPr/>
          <a:lstStyle>
            <a:lvl1pPr marL="0" indent="0">
              <a:buFontTx/>
              <a:buNone/>
              <a:defRPr b="0"/>
            </a:lvl1pPr>
          </a:lstStyle>
          <a:p>
            <a:r>
              <a:rPr lang="da-DK" dirty="0"/>
              <a:t>Click here and add image via Templafy Image Library</a:t>
            </a:r>
            <a:endParaRPr lang="da-DK"/>
          </a:p>
        </p:txBody>
      </p:sp>
      <p:sp>
        <p:nvSpPr>
          <p:cNvPr id="5" name="Picture Placeholder 3"/>
          <p:cNvSpPr>
            <a:spLocks noGrp="1"/>
          </p:cNvSpPr>
          <p:nvPr>
            <p:ph type="pic" sz="quarter" idx="12" hasCustomPrompt="1"/>
          </p:nvPr>
        </p:nvSpPr>
        <p:spPr>
          <a:xfrm>
            <a:off x="6231600" y="316800"/>
            <a:ext cx="5644800" cy="5583600"/>
          </a:xfrm>
        </p:spPr>
        <p:txBody>
          <a:bodyPr/>
          <a:lstStyle>
            <a:lvl1pPr marL="0" indent="0">
              <a:buFontTx/>
              <a:buNone/>
              <a:defRPr b="0"/>
            </a:lvl1pPr>
          </a:lstStyle>
          <a:p>
            <a:r>
              <a:rPr lang="da-DK" dirty="0"/>
              <a:t>Click here and add image via Templafy Image Library</a:t>
            </a:r>
            <a:endParaRPr lang="da-DK"/>
          </a:p>
        </p:txBody>
      </p:sp>
      <p:sp>
        <p:nvSpPr>
          <p:cNvPr id="10" name="Slide Number Placeholder 9"/>
          <p:cNvSpPr>
            <a:spLocks noGrp="1"/>
          </p:cNvSpPr>
          <p:nvPr>
            <p:ph type="sldNum" sz="quarter" idx="16"/>
          </p:nvPr>
        </p:nvSpPr>
        <p:spPr>
          <a:xfrm>
            <a:off x="11807992" y="6581497"/>
            <a:ext cx="252000" cy="135422"/>
          </a:xfrm>
        </p:spPr>
        <p:txBody>
          <a:bodyPr/>
          <a:lstStyle/>
          <a:p>
            <a:pPr>
              <a:defRPr/>
            </a:pPr>
            <a:fld id="{E90C1E0A-682D-40DC-B1EA-26C007FDC330}" type="slidenum">
              <a:rPr lang="da-DK" smtClean="0"/>
              <a:pPr>
                <a:defRPr/>
              </a:pPr>
              <a:t>‹nr.›</a:t>
            </a:fld>
            <a:endParaRPr lang="da-DK" dirty="0"/>
          </a:p>
        </p:txBody>
      </p:sp>
      <p:sp>
        <p:nvSpPr>
          <p:cNvPr id="8" name="Date Placeholder 7" hidden="1"/>
          <p:cNvSpPr>
            <a:spLocks noGrp="1"/>
          </p:cNvSpPr>
          <p:nvPr>
            <p:ph type="dt" sz="half" idx="14"/>
          </p:nvPr>
        </p:nvSpPr>
        <p:spPr/>
        <p:txBody>
          <a:bodyPr/>
          <a:lstStyle/>
          <a:p>
            <a:fld id="{78417F83-4CBA-48F2-BAD0-783AE3701E32}" type="datetimeFigureOut">
              <a:rPr lang="da-DK" smtClean="0"/>
              <a:pPr/>
              <a:t>03-06-2026</a:t>
            </a:fld>
            <a:endParaRPr lang="da-DK" dirty="0"/>
          </a:p>
        </p:txBody>
      </p:sp>
      <p:sp>
        <p:nvSpPr>
          <p:cNvPr id="9" name="Footer Placeholder 8" hidden="1"/>
          <p:cNvSpPr>
            <a:spLocks noGrp="1"/>
          </p:cNvSpPr>
          <p:nvPr>
            <p:ph type="ftr" sz="quarter" idx="15"/>
          </p:nvPr>
        </p:nvSpPr>
        <p:spPr/>
        <p:txBody>
          <a:bodyPr/>
          <a:lstStyle/>
          <a:p>
            <a:endParaRPr lang="da-DK" dirty="0"/>
          </a:p>
        </p:txBody>
      </p:sp>
    </p:spTree>
    <p:extLst>
      <p:ext uri="{BB962C8B-B14F-4D97-AF65-F5344CB8AC3E}">
        <p14:creationId xmlns:p14="http://schemas.microsoft.com/office/powerpoint/2010/main" val="2260751815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pos="3922" userDrawn="1">
          <p15:clr>
            <a:srgbClr val="A4A3A4"/>
          </p15:clr>
        </p15:guide>
        <p15:guide id="2" pos="3755" userDrawn="1">
          <p15:clr>
            <a:srgbClr val="A4A3A4"/>
          </p15:clr>
        </p15:guide>
        <p15:guide id="3" orient="horz" pos="2039" userDrawn="1">
          <p15:clr>
            <a:srgbClr val="A4A3A4"/>
          </p15:clr>
        </p15:guide>
        <p15:guide id="4" orient="horz" pos="1872" userDrawn="1">
          <p15:clr>
            <a:srgbClr val="A4A3A4"/>
          </p15:clr>
        </p15:guide>
      </p15:sldGuideLst>
    </p:ext>
  </p:extLst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hree pictures II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Picture Placeholder 1"/>
          <p:cNvSpPr>
            <a:spLocks noGrp="1"/>
          </p:cNvSpPr>
          <p:nvPr>
            <p:ph type="pic" sz="quarter" idx="12" hasCustomPrompt="1"/>
          </p:nvPr>
        </p:nvSpPr>
        <p:spPr>
          <a:xfrm>
            <a:off x="316800" y="316800"/>
            <a:ext cx="5644800" cy="5583600"/>
          </a:xfrm>
          <a:solidFill>
            <a:schemeClr val="bg1"/>
          </a:solidFill>
        </p:spPr>
        <p:txBody>
          <a:bodyPr/>
          <a:lstStyle>
            <a:lvl1pPr marL="0" indent="0">
              <a:buFontTx/>
              <a:buNone/>
              <a:defRPr b="0"/>
            </a:lvl1pPr>
          </a:lstStyle>
          <a:p>
            <a:r>
              <a:rPr lang="da-DK" dirty="0"/>
              <a:t>Click here and add image via Templafy Image Library</a:t>
            </a:r>
            <a:endParaRPr lang="da-DK"/>
          </a:p>
        </p:txBody>
      </p:sp>
      <p:sp>
        <p:nvSpPr>
          <p:cNvPr id="4" name="Picture Placeholder 2"/>
          <p:cNvSpPr>
            <a:spLocks noGrp="1"/>
          </p:cNvSpPr>
          <p:nvPr>
            <p:ph type="pic" sz="quarter" idx="11" hasCustomPrompt="1"/>
          </p:nvPr>
        </p:nvSpPr>
        <p:spPr>
          <a:xfrm>
            <a:off x="6231600" y="316800"/>
            <a:ext cx="5644800" cy="2653200"/>
          </a:xfrm>
        </p:spPr>
        <p:txBody>
          <a:bodyPr/>
          <a:lstStyle>
            <a:lvl1pPr marL="0" indent="0">
              <a:buFontTx/>
              <a:buNone/>
              <a:defRPr b="0"/>
            </a:lvl1pPr>
          </a:lstStyle>
          <a:p>
            <a:r>
              <a:rPr lang="da-DK" dirty="0"/>
              <a:t>Click here and add image via Templafy Image Library</a:t>
            </a:r>
            <a:endParaRPr lang="da-DK"/>
          </a:p>
        </p:txBody>
      </p:sp>
      <p:sp>
        <p:nvSpPr>
          <p:cNvPr id="7" name="Picture Placeholder 3"/>
          <p:cNvSpPr>
            <a:spLocks noGrp="1"/>
          </p:cNvSpPr>
          <p:nvPr>
            <p:ph type="pic" sz="quarter" idx="13" hasCustomPrompt="1"/>
          </p:nvPr>
        </p:nvSpPr>
        <p:spPr>
          <a:xfrm>
            <a:off x="6231600" y="3237372"/>
            <a:ext cx="5644800" cy="2653200"/>
          </a:xfrm>
        </p:spPr>
        <p:txBody>
          <a:bodyPr/>
          <a:lstStyle>
            <a:lvl1pPr marL="0" indent="0">
              <a:buFontTx/>
              <a:buNone/>
              <a:defRPr b="0"/>
            </a:lvl1pPr>
          </a:lstStyle>
          <a:p>
            <a:r>
              <a:rPr lang="da-DK" dirty="0"/>
              <a:t>Click here and add image via Templafy Image Library</a:t>
            </a:r>
            <a:endParaRPr lang="da-DK"/>
          </a:p>
        </p:txBody>
      </p:sp>
      <p:sp>
        <p:nvSpPr>
          <p:cNvPr id="10" name="Slide Number Placeholder 9"/>
          <p:cNvSpPr>
            <a:spLocks noGrp="1"/>
          </p:cNvSpPr>
          <p:nvPr>
            <p:ph type="sldNum" sz="quarter" idx="16"/>
          </p:nvPr>
        </p:nvSpPr>
        <p:spPr>
          <a:xfrm>
            <a:off x="11807992" y="6581497"/>
            <a:ext cx="252000" cy="135422"/>
          </a:xfrm>
        </p:spPr>
        <p:txBody>
          <a:bodyPr/>
          <a:lstStyle/>
          <a:p>
            <a:pPr>
              <a:defRPr/>
            </a:pPr>
            <a:fld id="{E90C1E0A-682D-40DC-B1EA-26C007FDC330}" type="slidenum">
              <a:rPr lang="da-DK" smtClean="0"/>
              <a:pPr>
                <a:defRPr/>
              </a:pPr>
              <a:t>‹nr.›</a:t>
            </a:fld>
            <a:endParaRPr lang="da-DK" dirty="0"/>
          </a:p>
        </p:txBody>
      </p:sp>
      <p:sp>
        <p:nvSpPr>
          <p:cNvPr id="8" name="Date Placeholder 7" hidden="1"/>
          <p:cNvSpPr>
            <a:spLocks noGrp="1"/>
          </p:cNvSpPr>
          <p:nvPr>
            <p:ph type="dt" sz="half" idx="14"/>
          </p:nvPr>
        </p:nvSpPr>
        <p:spPr/>
        <p:txBody>
          <a:bodyPr/>
          <a:lstStyle/>
          <a:p>
            <a:fld id="{78417F83-4CBA-48F2-BAD0-783AE3701E32}" type="datetimeFigureOut">
              <a:rPr lang="da-DK" smtClean="0"/>
              <a:pPr/>
              <a:t>03-06-2026</a:t>
            </a:fld>
            <a:endParaRPr lang="da-DK" dirty="0"/>
          </a:p>
        </p:txBody>
      </p:sp>
      <p:sp>
        <p:nvSpPr>
          <p:cNvPr id="9" name="Footer Placeholder 8" hidden="1"/>
          <p:cNvSpPr>
            <a:spLocks noGrp="1"/>
          </p:cNvSpPr>
          <p:nvPr>
            <p:ph type="ftr" sz="quarter" idx="15"/>
          </p:nvPr>
        </p:nvSpPr>
        <p:spPr/>
        <p:txBody>
          <a:bodyPr/>
          <a:lstStyle/>
          <a:p>
            <a:endParaRPr lang="da-DK" dirty="0"/>
          </a:p>
        </p:txBody>
      </p:sp>
    </p:spTree>
    <p:extLst>
      <p:ext uri="{BB962C8B-B14F-4D97-AF65-F5344CB8AC3E}">
        <p14:creationId xmlns:p14="http://schemas.microsoft.com/office/powerpoint/2010/main" val="93570263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pos="3922" userDrawn="1">
          <p15:clr>
            <a:srgbClr val="A4A3A4"/>
          </p15:clr>
        </p15:guide>
        <p15:guide id="2" pos="3755" userDrawn="1">
          <p15:clr>
            <a:srgbClr val="A4A3A4"/>
          </p15:clr>
        </p15:guide>
        <p15:guide id="3" orient="horz" pos="2039" userDrawn="1">
          <p15:clr>
            <a:srgbClr val="A4A3A4"/>
          </p15:clr>
        </p15:guide>
        <p15:guide id="4" orient="horz" pos="1872" userDrawn="1">
          <p15:clr>
            <a:srgbClr val="A4A3A4"/>
          </p15:clr>
        </p15:guide>
      </p15:sldGuideLst>
    </p:ext>
  </p:extLst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Full slide pictur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Picture Placeholder 4"/>
          <p:cNvSpPr>
            <a:spLocks noGrp="1"/>
          </p:cNvSpPr>
          <p:nvPr>
            <p:ph type="pic" sz="quarter" idx="11" hasCustomPrompt="1"/>
          </p:nvPr>
        </p:nvSpPr>
        <p:spPr>
          <a:xfrm>
            <a:off x="315913" y="315913"/>
            <a:ext cx="11557000" cy="6220354"/>
          </a:xfrm>
        </p:spPr>
        <p:txBody>
          <a:bodyPr/>
          <a:lstStyle>
            <a:lvl1pPr marL="0" indent="0">
              <a:buFontTx/>
              <a:buNone/>
              <a:defRPr b="0"/>
            </a:lvl1pPr>
          </a:lstStyle>
          <a:p>
            <a:r>
              <a:rPr lang="da-DK" dirty="0"/>
              <a:t>Click here and add image via Templafy Image Library</a:t>
            </a:r>
            <a:endParaRPr lang="da-DK"/>
          </a:p>
        </p:txBody>
      </p:sp>
      <p:sp>
        <p:nvSpPr>
          <p:cNvPr id="8" name="Slide Number Placeholder 7"/>
          <p:cNvSpPr>
            <a:spLocks noGrp="1"/>
          </p:cNvSpPr>
          <p:nvPr>
            <p:ph type="sldNum" sz="quarter" idx="14"/>
          </p:nvPr>
        </p:nvSpPr>
        <p:spPr>
          <a:xfrm>
            <a:off x="11807992" y="6581497"/>
            <a:ext cx="252000" cy="135422"/>
          </a:xfrm>
        </p:spPr>
        <p:txBody>
          <a:bodyPr/>
          <a:lstStyle/>
          <a:p>
            <a:pPr>
              <a:defRPr/>
            </a:pPr>
            <a:fld id="{E90C1E0A-682D-40DC-B1EA-26C007FDC330}" type="slidenum">
              <a:rPr lang="da-DK" smtClean="0"/>
              <a:pPr>
                <a:defRPr/>
              </a:pPr>
              <a:t>‹nr.›</a:t>
            </a:fld>
            <a:endParaRPr lang="da-DK" dirty="0"/>
          </a:p>
        </p:txBody>
      </p:sp>
      <p:sp>
        <p:nvSpPr>
          <p:cNvPr id="6" name="Date Placeholder 5" hidden="1"/>
          <p:cNvSpPr>
            <a:spLocks noGrp="1"/>
          </p:cNvSpPr>
          <p:nvPr>
            <p:ph type="dt" sz="half" idx="12"/>
          </p:nvPr>
        </p:nvSpPr>
        <p:spPr/>
        <p:txBody>
          <a:bodyPr/>
          <a:lstStyle/>
          <a:p>
            <a:fld id="{78417F83-4CBA-48F2-BAD0-783AE3701E32}" type="datetimeFigureOut">
              <a:rPr lang="da-DK" smtClean="0"/>
              <a:pPr/>
              <a:t>03-06-2026</a:t>
            </a:fld>
            <a:endParaRPr lang="da-DK" dirty="0"/>
          </a:p>
        </p:txBody>
      </p:sp>
      <p:sp>
        <p:nvSpPr>
          <p:cNvPr id="7" name="Footer Placeholder 6" hidden="1"/>
          <p:cNvSpPr>
            <a:spLocks noGrp="1"/>
          </p:cNvSpPr>
          <p:nvPr>
            <p:ph type="ftr" sz="quarter" idx="13"/>
          </p:nvPr>
        </p:nvSpPr>
        <p:spPr/>
        <p:txBody>
          <a:bodyPr/>
          <a:lstStyle/>
          <a:p>
            <a:endParaRPr lang="da-DK" dirty="0"/>
          </a:p>
        </p:txBody>
      </p:sp>
    </p:spTree>
    <p:extLst>
      <p:ext uri="{BB962C8B-B14F-4D97-AF65-F5344CB8AC3E}">
        <p14:creationId xmlns:p14="http://schemas.microsoft.com/office/powerpoint/2010/main" val="1534947697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Quot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Hvid baggrund"/>
          <p:cNvSpPr/>
          <p:nvPr userDrawn="1"/>
        </p:nvSpPr>
        <p:spPr bwMode="auto">
          <a:xfrm>
            <a:off x="0" y="0"/>
            <a:ext cx="12188825" cy="5897563"/>
          </a:xfrm>
          <a:prstGeom prst="rect">
            <a:avLst/>
          </a:prstGeom>
          <a:solidFill>
            <a:schemeClr val="bg1"/>
          </a:solidFill>
          <a:ln w="1778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  <a:noAutofit/>
          </a:bodyPr>
          <a:lstStyle/>
          <a:p>
            <a:pPr marL="0" marR="0" indent="0" algn="l" defTabSz="914400" rtl="0" eaLnBrk="1" fontAlgn="base" latinLnBrk="0" hangingPunct="1">
              <a:lnSpc>
                <a:spcPct val="95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U Passata" pitchFamily="34" charset="0"/>
              <a:buNone/>
              <a:tabLst/>
            </a:pPr>
            <a:endParaRPr kumimoji="0" lang="da-DK" sz="1600" b="0" i="0" u="none" strike="noStrike" cap="none" normalizeH="0" baseline="0" dirty="0" err="1">
              <a:ln>
                <a:noFill/>
              </a:ln>
              <a:solidFill>
                <a:schemeClr val="bg1"/>
              </a:solidFill>
              <a:effectLst/>
              <a:latin typeface="AU Passata" pitchFamily="34" charset="0"/>
            </a:endParaRPr>
          </a:p>
        </p:txBody>
      </p:sp>
      <p:sp>
        <p:nvSpPr>
          <p:cNvPr id="10" name="Slide Number Placeholder 9"/>
          <p:cNvSpPr>
            <a:spLocks noGrp="1"/>
          </p:cNvSpPr>
          <p:nvPr>
            <p:ph type="sldNum" sz="quarter" idx="15"/>
          </p:nvPr>
        </p:nvSpPr>
        <p:spPr>
          <a:xfrm>
            <a:off x="11807992" y="6581497"/>
            <a:ext cx="252000" cy="135422"/>
          </a:xfrm>
        </p:spPr>
        <p:txBody>
          <a:bodyPr/>
          <a:lstStyle/>
          <a:p>
            <a:pPr>
              <a:defRPr/>
            </a:pPr>
            <a:fld id="{E90C1E0A-682D-40DC-B1EA-26C007FDC330}" type="slidenum">
              <a:rPr lang="da-DK" smtClean="0"/>
              <a:pPr>
                <a:defRPr/>
              </a:pPr>
              <a:t>‹nr.›</a:t>
            </a:fld>
            <a:endParaRPr lang="da-DK" dirty="0"/>
          </a:p>
        </p:txBody>
      </p:sp>
      <p:sp>
        <p:nvSpPr>
          <p:cNvPr id="6" name="Date Placeholder 5" hidden="1"/>
          <p:cNvSpPr>
            <a:spLocks noGrp="1"/>
          </p:cNvSpPr>
          <p:nvPr>
            <p:ph type="dt" sz="half" idx="13"/>
          </p:nvPr>
        </p:nvSpPr>
        <p:spPr/>
        <p:txBody>
          <a:bodyPr/>
          <a:lstStyle/>
          <a:p>
            <a:fld id="{78417F83-4CBA-48F2-BAD0-783AE3701E32}" type="datetimeFigureOut">
              <a:rPr lang="da-DK" smtClean="0"/>
              <a:pPr/>
              <a:t>03-06-2026</a:t>
            </a:fld>
            <a:endParaRPr lang="da-DK" dirty="0"/>
          </a:p>
        </p:txBody>
      </p:sp>
      <p:sp>
        <p:nvSpPr>
          <p:cNvPr id="8" name="Footer Placeholder 7" hidden="1"/>
          <p:cNvSpPr>
            <a:spLocks noGrp="1"/>
          </p:cNvSpPr>
          <p:nvPr>
            <p:ph type="ftr" sz="quarter" idx="14"/>
          </p:nvPr>
        </p:nvSpPr>
        <p:spPr/>
        <p:txBody>
          <a:bodyPr/>
          <a:lstStyle/>
          <a:p>
            <a:endParaRPr lang="da-DK" dirty="0"/>
          </a:p>
        </p:txBody>
      </p:sp>
      <p:sp>
        <p:nvSpPr>
          <p:cNvPr id="11" name="Text Placeholder 61"/>
          <p:cNvSpPr>
            <a:spLocks noGrp="1"/>
          </p:cNvSpPr>
          <p:nvPr>
            <p:ph type="body" sz="quarter" idx="16" hasCustomPrompt="1"/>
          </p:nvPr>
        </p:nvSpPr>
        <p:spPr>
          <a:xfrm>
            <a:off x="1845940" y="1412776"/>
            <a:ext cx="8496944" cy="3744416"/>
          </a:xfrm>
        </p:spPr>
        <p:txBody>
          <a:bodyPr/>
          <a:lstStyle>
            <a:lvl1pPr marL="432000" indent="-432000" algn="ctr">
              <a:lnSpc>
                <a:spcPct val="107000"/>
              </a:lnSpc>
              <a:buSzPct val="250000"/>
              <a:buFontTx/>
              <a:buBlip>
                <a:blip r:embed="rId2"/>
              </a:buBlip>
              <a:defRPr sz="2800">
                <a:latin typeface="Georgia" panose="02040502050405020303" pitchFamily="18" charset="0"/>
              </a:defRPr>
            </a:lvl1pPr>
            <a:lvl2pPr marL="216000" indent="-216000" algn="ctr">
              <a:lnSpc>
                <a:spcPct val="99000"/>
              </a:lnSpc>
              <a:buFont typeface="Arial" panose="020B0604020202020204" pitchFamily="34" charset="0"/>
              <a:buChar char="-"/>
              <a:defRPr sz="2000" cap="all" baseline="0">
                <a:latin typeface="Georgia" panose="02040502050405020303" pitchFamily="18" charset="0"/>
              </a:defRPr>
            </a:lvl2pPr>
            <a:lvl3pPr algn="ctr">
              <a:buFontTx/>
              <a:buNone/>
              <a:defRPr/>
            </a:lvl3pPr>
          </a:lstStyle>
          <a:p>
            <a:pPr lvl="0"/>
            <a:r>
              <a:rPr lang="da-DK" dirty="0"/>
              <a:t>Click to add Quote text, for next level ENTER and TAB</a:t>
            </a:r>
            <a:endParaRPr lang="da-DK"/>
          </a:p>
          <a:p>
            <a:pPr lvl="1"/>
            <a:r>
              <a:rPr lang="da-DK" dirty="0"/>
              <a:t>Second level</a:t>
            </a:r>
            <a:endParaRPr lang="da-DK"/>
          </a:p>
          <a:p>
            <a:pPr lvl="2"/>
            <a:endParaRPr lang="da-DK" dirty="0"/>
          </a:p>
        </p:txBody>
      </p:sp>
    </p:spTree>
    <p:extLst>
      <p:ext uri="{BB962C8B-B14F-4D97-AF65-F5344CB8AC3E}">
        <p14:creationId xmlns:p14="http://schemas.microsoft.com/office/powerpoint/2010/main" val="1796140097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el and Quot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Hvid baggrund"/>
          <p:cNvSpPr/>
          <p:nvPr userDrawn="1"/>
        </p:nvSpPr>
        <p:spPr bwMode="auto">
          <a:xfrm>
            <a:off x="0" y="0"/>
            <a:ext cx="12188825" cy="5897563"/>
          </a:xfrm>
          <a:prstGeom prst="rect">
            <a:avLst/>
          </a:prstGeom>
          <a:solidFill>
            <a:schemeClr val="bg1"/>
          </a:solidFill>
          <a:ln w="1778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  <a:noAutofit/>
          </a:bodyPr>
          <a:lstStyle/>
          <a:p>
            <a:pPr marL="0" marR="0" indent="0" algn="l" defTabSz="914400" rtl="0" eaLnBrk="1" fontAlgn="base" latinLnBrk="0" hangingPunct="1">
              <a:lnSpc>
                <a:spcPct val="95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U Passata" pitchFamily="34" charset="0"/>
              <a:buNone/>
              <a:tabLst/>
            </a:pPr>
            <a:endParaRPr kumimoji="0" lang="da-DK" sz="1600" b="0" i="0" u="none" strike="noStrike" cap="none" normalizeH="0" baseline="0" dirty="0" err="1">
              <a:ln>
                <a:noFill/>
              </a:ln>
              <a:solidFill>
                <a:schemeClr val="bg1"/>
              </a:solidFill>
              <a:effectLst/>
              <a:latin typeface="AU Passata" pitchFamily="34" charset="0"/>
            </a:endParaRPr>
          </a:p>
        </p:txBody>
      </p:sp>
      <p:sp>
        <p:nvSpPr>
          <p:cNvPr id="5" name="Title 1"/>
          <p:cNvSpPr>
            <a:spLocks noGrp="1"/>
          </p:cNvSpPr>
          <p:nvPr>
            <p:ph type="title"/>
          </p:nvPr>
        </p:nvSpPr>
        <p:spPr>
          <a:xfrm>
            <a:off x="315913" y="230400"/>
            <a:ext cx="11563200" cy="752400"/>
          </a:xfrm>
        </p:spPr>
        <p:txBody>
          <a:bodyPr anchor="t" anchorCtr="0"/>
          <a:lstStyle/>
          <a:p>
            <a:r>
              <a:rPr lang="da-DK" dirty="0"/>
              <a:t>Click to edit Master title style</a:t>
            </a:r>
            <a:endParaRPr lang="da-DK"/>
          </a:p>
        </p:txBody>
      </p:sp>
      <p:sp>
        <p:nvSpPr>
          <p:cNvPr id="7" name="Text Placeholder 2"/>
          <p:cNvSpPr>
            <a:spLocks noGrp="1"/>
          </p:cNvSpPr>
          <p:nvPr>
            <p:ph type="body" sz="quarter" idx="11" hasCustomPrompt="1"/>
          </p:nvPr>
        </p:nvSpPr>
        <p:spPr>
          <a:xfrm>
            <a:off x="2998068" y="1853461"/>
            <a:ext cx="6264696" cy="2725288"/>
          </a:xfrm>
        </p:spPr>
        <p:txBody>
          <a:bodyPr/>
          <a:lstStyle>
            <a:lvl1pPr marL="432000" indent="-432000" algn="ctr">
              <a:lnSpc>
                <a:spcPct val="107000"/>
              </a:lnSpc>
              <a:buSzPct val="250000"/>
              <a:buFontTx/>
              <a:buBlip>
                <a:blip r:embed="rId2"/>
              </a:buBlip>
              <a:defRPr sz="2800">
                <a:latin typeface="Georgia" panose="02040502050405020303" pitchFamily="18" charset="0"/>
              </a:defRPr>
            </a:lvl1pPr>
            <a:lvl2pPr marL="216000" indent="-216000" algn="ctr">
              <a:lnSpc>
                <a:spcPct val="99000"/>
              </a:lnSpc>
              <a:buFont typeface="Arial" panose="020B0604020202020204" pitchFamily="34" charset="0"/>
              <a:buChar char="-"/>
              <a:defRPr sz="2000" cap="all" baseline="0">
                <a:latin typeface="Georgia" panose="02040502050405020303" pitchFamily="18" charset="0"/>
              </a:defRPr>
            </a:lvl2pPr>
            <a:lvl3pPr marL="576000" indent="0">
              <a:buNone/>
              <a:defRPr/>
            </a:lvl3pPr>
          </a:lstStyle>
          <a:p>
            <a:pPr lvl="0"/>
            <a:r>
              <a:rPr lang="da-DK" dirty="0"/>
              <a:t>Click to add Quote text, for next level ENTER and TAB</a:t>
            </a:r>
            <a:endParaRPr lang="da-DK"/>
          </a:p>
          <a:p>
            <a:pPr lvl="1"/>
            <a:r>
              <a:rPr lang="da-DK" dirty="0"/>
              <a:t>Second level</a:t>
            </a:r>
            <a:endParaRPr lang="da-DK"/>
          </a:p>
        </p:txBody>
      </p:sp>
      <p:sp>
        <p:nvSpPr>
          <p:cNvPr id="11" name="Slide Number Placeholder 10"/>
          <p:cNvSpPr>
            <a:spLocks noGrp="1"/>
          </p:cNvSpPr>
          <p:nvPr>
            <p:ph type="sldNum" sz="quarter" idx="15"/>
          </p:nvPr>
        </p:nvSpPr>
        <p:spPr>
          <a:xfrm>
            <a:off x="11807992" y="6581497"/>
            <a:ext cx="252000" cy="135422"/>
          </a:xfrm>
        </p:spPr>
        <p:txBody>
          <a:bodyPr/>
          <a:lstStyle/>
          <a:p>
            <a:pPr>
              <a:defRPr/>
            </a:pPr>
            <a:fld id="{E90C1E0A-682D-40DC-B1EA-26C007FDC330}" type="slidenum">
              <a:rPr lang="da-DK" smtClean="0"/>
              <a:pPr>
                <a:defRPr/>
              </a:pPr>
              <a:t>‹nr.›</a:t>
            </a:fld>
            <a:endParaRPr lang="da-DK" dirty="0"/>
          </a:p>
        </p:txBody>
      </p:sp>
      <p:sp>
        <p:nvSpPr>
          <p:cNvPr id="6" name="Date Placeholder 5" hidden="1"/>
          <p:cNvSpPr>
            <a:spLocks noGrp="1"/>
          </p:cNvSpPr>
          <p:nvPr>
            <p:ph type="dt" sz="half" idx="13"/>
          </p:nvPr>
        </p:nvSpPr>
        <p:spPr/>
        <p:txBody>
          <a:bodyPr/>
          <a:lstStyle/>
          <a:p>
            <a:fld id="{78417F83-4CBA-48F2-BAD0-783AE3701E32}" type="datetimeFigureOut">
              <a:rPr lang="da-DK" smtClean="0"/>
              <a:pPr/>
              <a:t>03-06-2026</a:t>
            </a:fld>
            <a:endParaRPr lang="da-DK" dirty="0"/>
          </a:p>
        </p:txBody>
      </p:sp>
      <p:sp>
        <p:nvSpPr>
          <p:cNvPr id="10" name="Footer Placeholder 9" hidden="1"/>
          <p:cNvSpPr>
            <a:spLocks noGrp="1"/>
          </p:cNvSpPr>
          <p:nvPr>
            <p:ph type="ftr" sz="quarter" idx="14"/>
          </p:nvPr>
        </p:nvSpPr>
        <p:spPr/>
        <p:txBody>
          <a:bodyPr/>
          <a:lstStyle/>
          <a:p>
            <a:endParaRPr lang="da-DK" dirty="0"/>
          </a:p>
        </p:txBody>
      </p:sp>
    </p:spTree>
    <p:extLst>
      <p:ext uri="{BB962C8B-B14F-4D97-AF65-F5344CB8AC3E}">
        <p14:creationId xmlns:p14="http://schemas.microsoft.com/office/powerpoint/2010/main" val="1495154628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Full slide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Content Placeholder 1"/>
          <p:cNvSpPr>
            <a:spLocks noGrp="1"/>
          </p:cNvSpPr>
          <p:nvPr>
            <p:ph sz="quarter" idx="12"/>
          </p:nvPr>
        </p:nvSpPr>
        <p:spPr>
          <a:xfrm>
            <a:off x="328613" y="328612"/>
            <a:ext cx="11550650" cy="6213475"/>
          </a:xfrm>
        </p:spPr>
        <p:txBody>
          <a:bodyPr/>
          <a:lstStyle/>
          <a:p>
            <a:pPr lvl="0"/>
            <a:r>
              <a:rPr lang="da-DK" dirty="0"/>
              <a:t>Click to edit Master text styles</a:t>
            </a:r>
            <a:endParaRPr lang="da-DK"/>
          </a:p>
          <a:p>
            <a:pPr lvl="1"/>
            <a:r>
              <a:rPr lang="da-DK" dirty="0"/>
              <a:t>Second level</a:t>
            </a:r>
            <a:endParaRPr lang="da-DK"/>
          </a:p>
          <a:p>
            <a:pPr lvl="2"/>
            <a:r>
              <a:rPr lang="da-DK" dirty="0"/>
              <a:t>Third level</a:t>
            </a:r>
            <a:endParaRPr lang="da-DK"/>
          </a:p>
          <a:p>
            <a:pPr lvl="3"/>
            <a:r>
              <a:rPr lang="da-DK" dirty="0"/>
              <a:t>Fourth level</a:t>
            </a:r>
            <a:endParaRPr lang="da-DK"/>
          </a:p>
          <a:p>
            <a:pPr lvl="4"/>
            <a:r>
              <a:rPr lang="da-DK" dirty="0"/>
              <a:t>Fifth level</a:t>
            </a:r>
            <a:endParaRPr lang="da-DK"/>
          </a:p>
        </p:txBody>
      </p:sp>
      <p:sp>
        <p:nvSpPr>
          <p:cNvPr id="8" name="Slide Number Placeholder 7"/>
          <p:cNvSpPr>
            <a:spLocks noGrp="1"/>
          </p:cNvSpPr>
          <p:nvPr>
            <p:ph type="sldNum" sz="quarter" idx="15"/>
          </p:nvPr>
        </p:nvSpPr>
        <p:spPr>
          <a:xfrm>
            <a:off x="11807992" y="6581497"/>
            <a:ext cx="252000" cy="135422"/>
          </a:xfrm>
        </p:spPr>
        <p:txBody>
          <a:bodyPr/>
          <a:lstStyle/>
          <a:p>
            <a:pPr>
              <a:defRPr/>
            </a:pPr>
            <a:fld id="{E90C1E0A-682D-40DC-B1EA-26C007FDC330}" type="slidenum">
              <a:rPr lang="da-DK" smtClean="0"/>
              <a:pPr>
                <a:defRPr/>
              </a:pPr>
              <a:t>‹nr.›</a:t>
            </a:fld>
            <a:endParaRPr lang="da-DK" dirty="0"/>
          </a:p>
        </p:txBody>
      </p:sp>
      <p:sp>
        <p:nvSpPr>
          <p:cNvPr id="6" name="Date Placeholder 5" hidden="1"/>
          <p:cNvSpPr>
            <a:spLocks noGrp="1"/>
          </p:cNvSpPr>
          <p:nvPr>
            <p:ph type="dt" sz="half" idx="13"/>
          </p:nvPr>
        </p:nvSpPr>
        <p:spPr/>
        <p:txBody>
          <a:bodyPr/>
          <a:lstStyle/>
          <a:p>
            <a:fld id="{78417F83-4CBA-48F2-BAD0-783AE3701E32}" type="datetimeFigureOut">
              <a:rPr lang="da-DK" smtClean="0"/>
              <a:pPr/>
              <a:t>03-06-2026</a:t>
            </a:fld>
            <a:endParaRPr lang="da-DK" dirty="0"/>
          </a:p>
        </p:txBody>
      </p:sp>
      <p:sp>
        <p:nvSpPr>
          <p:cNvPr id="7" name="Footer Placeholder 6" hidden="1"/>
          <p:cNvSpPr>
            <a:spLocks noGrp="1"/>
          </p:cNvSpPr>
          <p:nvPr>
            <p:ph type="ftr" sz="quarter" idx="14"/>
          </p:nvPr>
        </p:nvSpPr>
        <p:spPr/>
        <p:txBody>
          <a:bodyPr/>
          <a:lstStyle/>
          <a:p>
            <a:endParaRPr lang="da-DK" dirty="0"/>
          </a:p>
        </p:txBody>
      </p:sp>
    </p:spTree>
    <p:extLst>
      <p:ext uri="{BB962C8B-B14F-4D97-AF65-F5344CB8AC3E}">
        <p14:creationId xmlns:p14="http://schemas.microsoft.com/office/powerpoint/2010/main" val="78156290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Kun tite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a-DK" dirty="0"/>
              <a:t>Click to edit Master title style</a:t>
            </a:r>
            <a:endParaRPr lang="da-DK"/>
          </a:p>
        </p:txBody>
      </p:sp>
      <p:sp>
        <p:nvSpPr>
          <p:cNvPr id="6" name="TextBox 5"/>
          <p:cNvSpPr txBox="1"/>
          <p:nvPr userDrawn="1"/>
        </p:nvSpPr>
        <p:spPr>
          <a:xfrm>
            <a:off x="-2160355" y="1022476"/>
            <a:ext cx="2012649" cy="473425"/>
          </a:xfrm>
          <a:prstGeom prst="rect">
            <a:avLst/>
          </a:prstGeom>
          <a:noFill/>
        </p:spPr>
        <p:txBody>
          <a:bodyPr wrap="square" lIns="0" tIns="0" rIns="0" bIns="0" rtlCol="0">
            <a:noAutofit/>
          </a:bodyPr>
          <a:lstStyle/>
          <a:p>
            <a:pPr algn="r">
              <a:lnSpc>
                <a:spcPct val="100000"/>
              </a:lnSpc>
            </a:pPr>
            <a:r>
              <a:rPr lang="da-DK" sz="1000" noProof="1">
                <a:solidFill>
                  <a:schemeClr val="tx1">
                    <a:lumMod val="75000"/>
                    <a:lumOff val="25000"/>
                  </a:schemeClr>
                </a:solidFill>
              </a:rPr>
              <a:t>Ændr 2. linje i overskriften </a:t>
            </a:r>
            <a:br>
              <a:rPr lang="en-GB" sz="1000" noProof="1">
                <a:solidFill>
                  <a:schemeClr val="tx1">
                    <a:lumMod val="75000"/>
                    <a:lumOff val="25000"/>
                  </a:schemeClr>
                </a:solidFill>
              </a:rPr>
            </a:br>
            <a:r>
              <a:rPr lang="da-DK" sz="1000" noProof="1">
                <a:solidFill>
                  <a:schemeClr val="tx1">
                    <a:lumMod val="75000"/>
                    <a:lumOff val="25000"/>
                  </a:schemeClr>
                </a:solidFill>
              </a:rPr>
              <a:t>til AU Passata Light</a:t>
            </a:r>
            <a:endParaRPr lang="da-DK" sz="4799" dirty="0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>
          <a:xfrm>
            <a:off x="11807992" y="6581497"/>
            <a:ext cx="252000" cy="135422"/>
          </a:xfrm>
        </p:spPr>
        <p:txBody>
          <a:bodyPr/>
          <a:lstStyle/>
          <a:p>
            <a:pPr>
              <a:defRPr/>
            </a:pPr>
            <a:fld id="{E90C1E0A-682D-40DC-B1EA-26C007FDC330}" type="slidenum">
              <a:rPr lang="da-DK" smtClean="0"/>
              <a:pPr>
                <a:defRPr/>
              </a:pPr>
              <a:t>‹nr.›</a:t>
            </a:fld>
            <a:endParaRPr lang="da-DK" dirty="0"/>
          </a:p>
        </p:txBody>
      </p:sp>
      <p:sp>
        <p:nvSpPr>
          <p:cNvPr id="7" name="Date Placeholder 6" hidden="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8417F83-4CBA-48F2-BAD0-783AE3701E32}" type="datetimeFigureOut">
              <a:rPr lang="da-DK" smtClean="0"/>
              <a:pPr/>
              <a:t>03-06-2026</a:t>
            </a:fld>
            <a:endParaRPr lang="da-DK" dirty="0"/>
          </a:p>
        </p:txBody>
      </p:sp>
      <p:sp>
        <p:nvSpPr>
          <p:cNvPr id="8" name="Footer Placeholder 7" hidden="1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a-DK" dirty="0"/>
          </a:p>
        </p:txBody>
      </p:sp>
    </p:spTree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Tom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2"/>
          <p:cNvSpPr/>
          <p:nvPr userDrawn="1"/>
        </p:nvSpPr>
        <p:spPr bwMode="auto">
          <a:xfrm>
            <a:off x="765820" y="1340768"/>
            <a:ext cx="1224136" cy="504056"/>
          </a:xfrm>
          <a:prstGeom prst="rect">
            <a:avLst/>
          </a:prstGeom>
          <a:solidFill>
            <a:schemeClr val="bg1"/>
          </a:solidFill>
          <a:ln w="1778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  <a:noAutofit/>
          </a:bodyPr>
          <a:lstStyle/>
          <a:p>
            <a:pPr marL="0" marR="0" indent="0" algn="l" defTabSz="914400" rtl="0" eaLnBrk="1" fontAlgn="base" latinLnBrk="0" hangingPunct="1">
              <a:lnSpc>
                <a:spcPct val="95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U Passata" pitchFamily="34" charset="0"/>
              <a:buNone/>
              <a:tabLst/>
            </a:pPr>
            <a:endParaRPr kumimoji="0" lang="da-DK" sz="1600" b="0" i="0" u="none" strike="noStrike" cap="none" normalizeH="0" baseline="0" dirty="0" err="1">
              <a:ln>
                <a:noFill/>
              </a:ln>
              <a:solidFill>
                <a:schemeClr val="bg1"/>
              </a:solidFill>
              <a:effectLst/>
              <a:latin typeface="AU Passata" pitchFamily="34" charset="0"/>
            </a:endParaRPr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>
          <a:xfrm>
            <a:off x="11807992" y="6581497"/>
            <a:ext cx="252000" cy="135422"/>
          </a:xfrm>
        </p:spPr>
        <p:txBody>
          <a:bodyPr/>
          <a:lstStyle/>
          <a:p>
            <a:pPr>
              <a:defRPr/>
            </a:pPr>
            <a:fld id="{E90C1E0A-682D-40DC-B1EA-26C007FDC330}" type="slidenum">
              <a:rPr lang="da-DK" smtClean="0"/>
              <a:pPr>
                <a:defRPr/>
              </a:pPr>
              <a:t>‹nr.›</a:t>
            </a:fld>
            <a:endParaRPr lang="da-DK" dirty="0"/>
          </a:p>
        </p:txBody>
      </p:sp>
      <p:sp>
        <p:nvSpPr>
          <p:cNvPr id="2" name="Date Placeholder 1" hidden="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8417F83-4CBA-48F2-BAD0-783AE3701E32}" type="datetimeFigureOut">
              <a:rPr lang="da-DK" smtClean="0"/>
              <a:pPr/>
              <a:t>03-06-2026</a:t>
            </a:fld>
            <a:endParaRPr lang="da-DK" dirty="0"/>
          </a:p>
        </p:txBody>
      </p:sp>
      <p:sp>
        <p:nvSpPr>
          <p:cNvPr id="4" name="Footer Placeholder 3" hidden="1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a-DK" dirty="0"/>
          </a:p>
        </p:txBody>
      </p:sp>
    </p:spTree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End slide Logo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Farvet baggrund"/>
          <p:cNvSpPr/>
          <p:nvPr userDrawn="1"/>
        </p:nvSpPr>
        <p:spPr>
          <a:xfrm>
            <a:off x="0" y="0"/>
            <a:ext cx="12188825" cy="6858000"/>
          </a:xfrm>
          <a:prstGeom prst="rect">
            <a:avLst/>
          </a:prstGeom>
          <a:solidFill>
            <a:schemeClr val="tx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a-DK" sz="4799" dirty="0"/>
          </a:p>
        </p:txBody>
      </p:sp>
      <p:pic>
        <p:nvPicPr>
          <p:cNvPr id="6" name="Logo"/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828776" y="2163364"/>
            <a:ext cx="2531272" cy="2531272"/>
          </a:xfrm>
          <a:prstGeom prst="rect">
            <a:avLst/>
          </a:prstGeom>
        </p:spPr>
      </p:pic>
      <p:sp>
        <p:nvSpPr>
          <p:cNvPr id="5" name="Date Placeholder 4" hidden="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8417F83-4CBA-48F2-BAD0-783AE3701E32}" type="datetimeFigureOut">
              <a:rPr lang="da-DK" smtClean="0"/>
              <a:pPr/>
              <a:t>03-06-2026</a:t>
            </a:fld>
            <a:endParaRPr lang="da-DK" dirty="0"/>
          </a:p>
        </p:txBody>
      </p:sp>
      <p:sp>
        <p:nvSpPr>
          <p:cNvPr id="7" name="Footer Placeholder 6" hidden="1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a-DK" dirty="0"/>
          </a:p>
        </p:txBody>
      </p:sp>
      <p:sp>
        <p:nvSpPr>
          <p:cNvPr id="9" name="Slide Number Placeholder 8" hidden="1"/>
          <p:cNvSpPr>
            <a:spLocks noGrp="1"/>
          </p:cNvSpPr>
          <p:nvPr>
            <p:ph type="sldNum" sz="quarter" idx="12"/>
          </p:nvPr>
        </p:nvSpPr>
        <p:spPr>
          <a:xfrm>
            <a:off x="0" y="7020000"/>
            <a:ext cx="0" cy="426079"/>
          </a:xfrm>
        </p:spPr>
        <p:txBody>
          <a:bodyPr/>
          <a:lstStyle>
            <a:lvl1pPr>
              <a:defRPr sz="100">
                <a:noFill/>
              </a:defRPr>
            </a:lvl1pPr>
          </a:lstStyle>
          <a:p>
            <a:pPr>
              <a:defRPr/>
            </a:pPr>
            <a:fld id="{E90C1E0A-682D-40DC-B1EA-26C007FDC330}" type="slidenum">
              <a:rPr lang="da-DK" smtClean="0"/>
              <a:pPr>
                <a:defRPr/>
              </a:pPr>
              <a:t>‹nr.›</a:t>
            </a:fld>
            <a:endParaRPr lang="da-DK" dirty="0"/>
          </a:p>
        </p:txBody>
      </p:sp>
    </p:spTree>
    <p:extLst>
      <p:ext uri="{BB962C8B-B14F-4D97-AF65-F5344CB8AC3E}">
        <p14:creationId xmlns:p14="http://schemas.microsoft.com/office/powerpoint/2010/main" val="3797440690"/>
      </p:ext>
    </p:extLst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End slide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Farvet baggrund"/>
          <p:cNvSpPr/>
          <p:nvPr userDrawn="1"/>
        </p:nvSpPr>
        <p:spPr>
          <a:xfrm>
            <a:off x="0" y="0"/>
            <a:ext cx="12188825" cy="6858000"/>
          </a:xfrm>
          <a:prstGeom prst="rect">
            <a:avLst/>
          </a:prstGeom>
          <a:solidFill>
            <a:schemeClr val="tx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a-DK" sz="4799" dirty="0"/>
          </a:p>
        </p:txBody>
      </p:sp>
      <p:sp>
        <p:nvSpPr>
          <p:cNvPr id="34" name="Pladsholder til tekst 2"/>
          <p:cNvSpPr txBox="1">
            <a:spLocks/>
          </p:cNvSpPr>
          <p:nvPr userDrawn="1"/>
        </p:nvSpPr>
        <p:spPr>
          <a:xfrm>
            <a:off x="1090914" y="2098689"/>
            <a:ext cx="12745416" cy="1329861"/>
          </a:xfrm>
          <a:prstGeom prst="rect">
            <a:avLst/>
          </a:prstGeom>
        </p:spPr>
        <p:txBody>
          <a:bodyPr wrap="square" lIns="0" tIns="0" rIns="0" bIns="21600">
            <a:spAutoFit/>
          </a:bodyPr>
          <a:lstStyle>
            <a:lvl1pPr marL="0" indent="0" algn="l" rtl="0" eaLnBrk="1" fontAlgn="base" hangingPunct="1">
              <a:lnSpc>
                <a:spcPct val="95000"/>
              </a:lnSpc>
              <a:spcBef>
                <a:spcPts val="600"/>
              </a:spcBef>
              <a:spcAft>
                <a:spcPct val="0"/>
              </a:spcAft>
              <a:buClr>
                <a:schemeClr val="accent3"/>
              </a:buClr>
              <a:buSzPct val="75000"/>
              <a:buFont typeface="Wingdings 3" pitchFamily="18" charset="2"/>
              <a:buNone/>
              <a:defRPr sz="2200">
                <a:solidFill>
                  <a:schemeClr val="bg1"/>
                </a:solidFill>
                <a:latin typeface="AU Peto" panose="040C0B07020602020301" pitchFamily="82" charset="0"/>
                <a:ea typeface="AU Peto" panose="040C0B07020602020301" pitchFamily="82" charset="0"/>
                <a:cs typeface="+mn-cs"/>
              </a:defRPr>
            </a:lvl1pPr>
            <a:lvl2pPr marL="324000" indent="-324000" algn="l" rtl="0" eaLnBrk="1" fontAlgn="base" hangingPunct="1">
              <a:lnSpc>
                <a:spcPct val="95000"/>
              </a:lnSpc>
              <a:spcBef>
                <a:spcPts val="600"/>
              </a:spcBef>
              <a:spcAft>
                <a:spcPct val="0"/>
              </a:spcAft>
              <a:buClr>
                <a:schemeClr val="accent3"/>
              </a:buClr>
              <a:buSzPct val="75000"/>
              <a:buFont typeface="Wingdings 3" pitchFamily="18" charset="2"/>
              <a:buChar char="u"/>
              <a:defRPr sz="1600">
                <a:solidFill>
                  <a:srgbClr val="000000"/>
                </a:solidFill>
                <a:latin typeface="+mn-lt"/>
              </a:defRPr>
            </a:lvl2pPr>
            <a:lvl3pPr marL="324000" indent="-324000" algn="l" rtl="0" eaLnBrk="1" fontAlgn="base" hangingPunct="1">
              <a:lnSpc>
                <a:spcPct val="95000"/>
              </a:lnSpc>
              <a:spcBef>
                <a:spcPts val="600"/>
              </a:spcBef>
              <a:spcAft>
                <a:spcPct val="0"/>
              </a:spcAft>
              <a:buClr>
                <a:schemeClr val="accent3"/>
              </a:buClr>
              <a:buSzPct val="75000"/>
              <a:buFont typeface="Wingdings 3" pitchFamily="18" charset="2"/>
              <a:buChar char="u"/>
              <a:defRPr sz="1600">
                <a:solidFill>
                  <a:srgbClr val="000000"/>
                </a:solidFill>
                <a:latin typeface="+mn-lt"/>
              </a:defRPr>
            </a:lvl3pPr>
            <a:lvl4pPr marL="324000" indent="-324000" algn="l" rtl="0" eaLnBrk="1" fontAlgn="base" hangingPunct="1">
              <a:lnSpc>
                <a:spcPct val="95000"/>
              </a:lnSpc>
              <a:spcBef>
                <a:spcPts val="600"/>
              </a:spcBef>
              <a:spcAft>
                <a:spcPct val="0"/>
              </a:spcAft>
              <a:buClr>
                <a:schemeClr val="accent3"/>
              </a:buClr>
              <a:buSzPct val="75000"/>
              <a:buFont typeface="Wingdings 3" pitchFamily="18" charset="2"/>
              <a:buChar char="u"/>
              <a:defRPr sz="1600">
                <a:solidFill>
                  <a:srgbClr val="000000"/>
                </a:solidFill>
                <a:latin typeface="+mn-lt"/>
              </a:defRPr>
            </a:lvl4pPr>
            <a:lvl5pPr marL="324000" indent="-324000" algn="l" rtl="0" eaLnBrk="1" fontAlgn="base" hangingPunct="1">
              <a:lnSpc>
                <a:spcPct val="95000"/>
              </a:lnSpc>
              <a:spcBef>
                <a:spcPts val="600"/>
              </a:spcBef>
              <a:spcAft>
                <a:spcPct val="0"/>
              </a:spcAft>
              <a:buClr>
                <a:schemeClr val="accent3"/>
              </a:buClr>
              <a:buSzPct val="75000"/>
              <a:buFont typeface="Wingdings 3" pitchFamily="18" charset="2"/>
              <a:buChar char="u"/>
              <a:defRPr sz="1600">
                <a:solidFill>
                  <a:srgbClr val="000000"/>
                </a:solidFill>
                <a:latin typeface="+mn-lt"/>
              </a:defRPr>
            </a:lvl5pPr>
            <a:lvl6pPr marL="1352550" indent="-176213" algn="l" rtl="0" eaLnBrk="1" fontAlgn="base" hangingPunct="1">
              <a:lnSpc>
                <a:spcPct val="99000"/>
              </a:lnSpc>
              <a:spcBef>
                <a:spcPct val="20000"/>
              </a:spcBef>
              <a:spcAft>
                <a:spcPct val="0"/>
              </a:spcAft>
              <a:buFont typeface="AU Passata" pitchFamily="34" charset="0"/>
              <a:buChar char="›"/>
              <a:defRPr sz="1600">
                <a:solidFill>
                  <a:schemeClr val="bg2"/>
                </a:solidFill>
                <a:latin typeface="+mn-lt"/>
              </a:defRPr>
            </a:lvl6pPr>
            <a:lvl7pPr marL="1809750" indent="-176213" algn="l" rtl="0" eaLnBrk="1" fontAlgn="base" hangingPunct="1">
              <a:lnSpc>
                <a:spcPct val="99000"/>
              </a:lnSpc>
              <a:spcBef>
                <a:spcPct val="20000"/>
              </a:spcBef>
              <a:spcAft>
                <a:spcPct val="0"/>
              </a:spcAft>
              <a:buFont typeface="AU Passata" pitchFamily="34" charset="0"/>
              <a:buChar char="›"/>
              <a:defRPr sz="1600">
                <a:solidFill>
                  <a:schemeClr val="bg2"/>
                </a:solidFill>
                <a:latin typeface="+mn-lt"/>
              </a:defRPr>
            </a:lvl7pPr>
            <a:lvl8pPr marL="2266950" indent="-176213" algn="l" rtl="0" eaLnBrk="1" fontAlgn="base" hangingPunct="1">
              <a:lnSpc>
                <a:spcPct val="99000"/>
              </a:lnSpc>
              <a:spcBef>
                <a:spcPct val="20000"/>
              </a:spcBef>
              <a:spcAft>
                <a:spcPct val="0"/>
              </a:spcAft>
              <a:buFont typeface="AU Passata" pitchFamily="34" charset="0"/>
              <a:buChar char="›"/>
              <a:defRPr sz="1600">
                <a:solidFill>
                  <a:schemeClr val="bg2"/>
                </a:solidFill>
                <a:latin typeface="+mn-lt"/>
              </a:defRPr>
            </a:lvl8pPr>
            <a:lvl9pPr marL="2724150" indent="-176213" algn="l" rtl="0" eaLnBrk="1" fontAlgn="base" hangingPunct="1">
              <a:lnSpc>
                <a:spcPct val="99000"/>
              </a:lnSpc>
              <a:spcBef>
                <a:spcPct val="20000"/>
              </a:spcBef>
              <a:spcAft>
                <a:spcPct val="0"/>
              </a:spcAft>
              <a:buFont typeface="AU Passata" pitchFamily="34" charset="0"/>
              <a:buChar char="›"/>
              <a:defRPr sz="1600">
                <a:solidFill>
                  <a:schemeClr val="bg2"/>
                </a:solidFill>
                <a:latin typeface="+mn-lt"/>
              </a:defRPr>
            </a:lvl9pPr>
          </a:lstStyle>
          <a:p>
            <a:pPr>
              <a:lnSpc>
                <a:spcPct val="85000"/>
              </a:lnSpc>
            </a:pPr>
            <a:r>
              <a:rPr lang="da-DK" sz="10000" kern="0" dirty="0">
                <a:solidFill>
                  <a:schemeClr val="accent6"/>
                </a:solidFill>
                <a:latin typeface="AU Peto" panose="040C0B07020602020301" pitchFamily="82" charset="0"/>
              </a:rPr>
              <a:t>Aarhus</a:t>
            </a:r>
            <a:endParaRPr lang="da-DK"/>
          </a:p>
        </p:txBody>
      </p:sp>
      <p:sp>
        <p:nvSpPr>
          <p:cNvPr id="6" name="Pladsholder til tekst 2"/>
          <p:cNvSpPr txBox="1">
            <a:spLocks/>
          </p:cNvSpPr>
          <p:nvPr userDrawn="1"/>
        </p:nvSpPr>
        <p:spPr>
          <a:xfrm>
            <a:off x="7439540" y="2093600"/>
            <a:ext cx="4356484" cy="1329861"/>
          </a:xfrm>
          <a:prstGeom prst="rect">
            <a:avLst/>
          </a:prstGeom>
        </p:spPr>
        <p:txBody>
          <a:bodyPr wrap="square" lIns="0" tIns="0" rIns="0" bIns="21600">
            <a:spAutoFit/>
          </a:bodyPr>
          <a:lstStyle>
            <a:lvl1pPr marL="0" indent="0" algn="l" rtl="0" eaLnBrk="1" fontAlgn="base" hangingPunct="1">
              <a:lnSpc>
                <a:spcPct val="95000"/>
              </a:lnSpc>
              <a:spcBef>
                <a:spcPts val="600"/>
              </a:spcBef>
              <a:spcAft>
                <a:spcPct val="0"/>
              </a:spcAft>
              <a:buClr>
                <a:schemeClr val="accent3"/>
              </a:buClr>
              <a:buSzPct val="75000"/>
              <a:buFont typeface="Wingdings 3" pitchFamily="18" charset="2"/>
              <a:buNone/>
              <a:defRPr sz="2200">
                <a:solidFill>
                  <a:schemeClr val="bg1"/>
                </a:solidFill>
                <a:latin typeface="AU Peto" panose="040C0B07020602020301" pitchFamily="82" charset="0"/>
                <a:ea typeface="AU Peto" panose="040C0B07020602020301" pitchFamily="82" charset="0"/>
                <a:cs typeface="+mn-cs"/>
              </a:defRPr>
            </a:lvl1pPr>
            <a:lvl2pPr marL="324000" indent="-324000" algn="l" rtl="0" eaLnBrk="1" fontAlgn="base" hangingPunct="1">
              <a:lnSpc>
                <a:spcPct val="95000"/>
              </a:lnSpc>
              <a:spcBef>
                <a:spcPts val="600"/>
              </a:spcBef>
              <a:spcAft>
                <a:spcPct val="0"/>
              </a:spcAft>
              <a:buClr>
                <a:schemeClr val="accent3"/>
              </a:buClr>
              <a:buSzPct val="75000"/>
              <a:buFont typeface="Wingdings 3" pitchFamily="18" charset="2"/>
              <a:buChar char="u"/>
              <a:defRPr sz="1600">
                <a:solidFill>
                  <a:srgbClr val="000000"/>
                </a:solidFill>
                <a:latin typeface="+mn-lt"/>
              </a:defRPr>
            </a:lvl2pPr>
            <a:lvl3pPr marL="324000" indent="-324000" algn="l" rtl="0" eaLnBrk="1" fontAlgn="base" hangingPunct="1">
              <a:lnSpc>
                <a:spcPct val="95000"/>
              </a:lnSpc>
              <a:spcBef>
                <a:spcPts val="600"/>
              </a:spcBef>
              <a:spcAft>
                <a:spcPct val="0"/>
              </a:spcAft>
              <a:buClr>
                <a:schemeClr val="accent3"/>
              </a:buClr>
              <a:buSzPct val="75000"/>
              <a:buFont typeface="Wingdings 3" pitchFamily="18" charset="2"/>
              <a:buChar char="u"/>
              <a:defRPr sz="1600">
                <a:solidFill>
                  <a:srgbClr val="000000"/>
                </a:solidFill>
                <a:latin typeface="+mn-lt"/>
              </a:defRPr>
            </a:lvl3pPr>
            <a:lvl4pPr marL="324000" indent="-324000" algn="l" rtl="0" eaLnBrk="1" fontAlgn="base" hangingPunct="1">
              <a:lnSpc>
                <a:spcPct val="95000"/>
              </a:lnSpc>
              <a:spcBef>
                <a:spcPts val="600"/>
              </a:spcBef>
              <a:spcAft>
                <a:spcPct val="0"/>
              </a:spcAft>
              <a:buClr>
                <a:schemeClr val="accent3"/>
              </a:buClr>
              <a:buSzPct val="75000"/>
              <a:buFont typeface="Wingdings 3" pitchFamily="18" charset="2"/>
              <a:buChar char="u"/>
              <a:defRPr sz="1600">
                <a:solidFill>
                  <a:srgbClr val="000000"/>
                </a:solidFill>
                <a:latin typeface="+mn-lt"/>
              </a:defRPr>
            </a:lvl4pPr>
            <a:lvl5pPr marL="324000" indent="-324000" algn="l" rtl="0" eaLnBrk="1" fontAlgn="base" hangingPunct="1">
              <a:lnSpc>
                <a:spcPct val="95000"/>
              </a:lnSpc>
              <a:spcBef>
                <a:spcPts val="600"/>
              </a:spcBef>
              <a:spcAft>
                <a:spcPct val="0"/>
              </a:spcAft>
              <a:buClr>
                <a:schemeClr val="accent3"/>
              </a:buClr>
              <a:buSzPct val="75000"/>
              <a:buFont typeface="Wingdings 3" pitchFamily="18" charset="2"/>
              <a:buChar char="u"/>
              <a:defRPr sz="1600">
                <a:solidFill>
                  <a:srgbClr val="000000"/>
                </a:solidFill>
                <a:latin typeface="+mn-lt"/>
              </a:defRPr>
            </a:lvl5pPr>
            <a:lvl6pPr marL="1352550" indent="-176213" algn="l" rtl="0" eaLnBrk="1" fontAlgn="base" hangingPunct="1">
              <a:lnSpc>
                <a:spcPct val="99000"/>
              </a:lnSpc>
              <a:spcBef>
                <a:spcPct val="20000"/>
              </a:spcBef>
              <a:spcAft>
                <a:spcPct val="0"/>
              </a:spcAft>
              <a:buFont typeface="AU Passata" pitchFamily="34" charset="0"/>
              <a:buChar char="›"/>
              <a:defRPr sz="1600">
                <a:solidFill>
                  <a:schemeClr val="bg2"/>
                </a:solidFill>
                <a:latin typeface="+mn-lt"/>
              </a:defRPr>
            </a:lvl6pPr>
            <a:lvl7pPr marL="1809750" indent="-176213" algn="l" rtl="0" eaLnBrk="1" fontAlgn="base" hangingPunct="1">
              <a:lnSpc>
                <a:spcPct val="99000"/>
              </a:lnSpc>
              <a:spcBef>
                <a:spcPct val="20000"/>
              </a:spcBef>
              <a:spcAft>
                <a:spcPct val="0"/>
              </a:spcAft>
              <a:buFont typeface="AU Passata" pitchFamily="34" charset="0"/>
              <a:buChar char="›"/>
              <a:defRPr sz="1600">
                <a:solidFill>
                  <a:schemeClr val="bg2"/>
                </a:solidFill>
                <a:latin typeface="+mn-lt"/>
              </a:defRPr>
            </a:lvl7pPr>
            <a:lvl8pPr marL="2266950" indent="-176213" algn="l" rtl="0" eaLnBrk="1" fontAlgn="base" hangingPunct="1">
              <a:lnSpc>
                <a:spcPct val="99000"/>
              </a:lnSpc>
              <a:spcBef>
                <a:spcPct val="20000"/>
              </a:spcBef>
              <a:spcAft>
                <a:spcPct val="0"/>
              </a:spcAft>
              <a:buFont typeface="AU Passata" pitchFamily="34" charset="0"/>
              <a:buChar char="›"/>
              <a:defRPr sz="1600">
                <a:solidFill>
                  <a:schemeClr val="bg2"/>
                </a:solidFill>
                <a:latin typeface="+mn-lt"/>
              </a:defRPr>
            </a:lvl8pPr>
            <a:lvl9pPr marL="2724150" indent="-176213" algn="l" rtl="0" eaLnBrk="1" fontAlgn="base" hangingPunct="1">
              <a:lnSpc>
                <a:spcPct val="99000"/>
              </a:lnSpc>
              <a:spcBef>
                <a:spcPct val="20000"/>
              </a:spcBef>
              <a:spcAft>
                <a:spcPct val="0"/>
              </a:spcAft>
              <a:buFont typeface="AU Passata" pitchFamily="34" charset="0"/>
              <a:buChar char="›"/>
              <a:defRPr sz="1600">
                <a:solidFill>
                  <a:schemeClr val="bg2"/>
                </a:solidFill>
                <a:latin typeface="+mn-lt"/>
              </a:defRPr>
            </a:lvl9pPr>
          </a:lstStyle>
          <a:p>
            <a:pPr>
              <a:lnSpc>
                <a:spcPct val="85000"/>
              </a:lnSpc>
            </a:pPr>
            <a:r>
              <a:rPr lang="da-DK" sz="10000" kern="0" dirty="0" err="1">
                <a:solidFill>
                  <a:schemeClr val="bg1"/>
                </a:solidFill>
                <a:latin typeface="AU Peto" panose="040C0B07020602020301" pitchFamily="82" charset="0"/>
              </a:rPr>
              <a:t>uni</a:t>
            </a:r>
            <a:endParaRPr lang="da-DK" sz="10000" kern="0" dirty="0">
              <a:solidFill>
                <a:schemeClr val="bg1"/>
              </a:solidFill>
              <a:latin typeface="AU Peto" panose="040C0B07020602020301" pitchFamily="82" charset="0"/>
            </a:endParaRPr>
          </a:p>
        </p:txBody>
      </p:sp>
      <p:sp>
        <p:nvSpPr>
          <p:cNvPr id="7" name="Pladsholder til tekst 2"/>
          <p:cNvSpPr txBox="1">
            <a:spLocks/>
          </p:cNvSpPr>
          <p:nvPr userDrawn="1"/>
        </p:nvSpPr>
        <p:spPr>
          <a:xfrm>
            <a:off x="1881492" y="3428550"/>
            <a:ext cx="9289032" cy="1329861"/>
          </a:xfrm>
          <a:prstGeom prst="rect">
            <a:avLst/>
          </a:prstGeom>
        </p:spPr>
        <p:txBody>
          <a:bodyPr wrap="square" lIns="0" tIns="0" rIns="0" bIns="21600">
            <a:spAutoFit/>
          </a:bodyPr>
          <a:lstStyle>
            <a:lvl1pPr marL="0" indent="0" algn="l" rtl="0" eaLnBrk="1" fontAlgn="base" hangingPunct="1">
              <a:lnSpc>
                <a:spcPct val="95000"/>
              </a:lnSpc>
              <a:spcBef>
                <a:spcPts val="600"/>
              </a:spcBef>
              <a:spcAft>
                <a:spcPct val="0"/>
              </a:spcAft>
              <a:buClr>
                <a:schemeClr val="accent3"/>
              </a:buClr>
              <a:buSzPct val="75000"/>
              <a:buFont typeface="Wingdings 3" pitchFamily="18" charset="2"/>
              <a:buNone/>
              <a:defRPr sz="2200">
                <a:solidFill>
                  <a:schemeClr val="bg1"/>
                </a:solidFill>
                <a:latin typeface="AU Peto" panose="040C0B07020602020301" pitchFamily="82" charset="0"/>
                <a:ea typeface="AU Peto" panose="040C0B07020602020301" pitchFamily="82" charset="0"/>
                <a:cs typeface="+mn-cs"/>
              </a:defRPr>
            </a:lvl1pPr>
            <a:lvl2pPr marL="324000" indent="-324000" algn="l" rtl="0" eaLnBrk="1" fontAlgn="base" hangingPunct="1">
              <a:lnSpc>
                <a:spcPct val="95000"/>
              </a:lnSpc>
              <a:spcBef>
                <a:spcPts val="600"/>
              </a:spcBef>
              <a:spcAft>
                <a:spcPct val="0"/>
              </a:spcAft>
              <a:buClr>
                <a:schemeClr val="accent3"/>
              </a:buClr>
              <a:buSzPct val="75000"/>
              <a:buFont typeface="Wingdings 3" pitchFamily="18" charset="2"/>
              <a:buChar char="u"/>
              <a:defRPr sz="1600">
                <a:solidFill>
                  <a:srgbClr val="000000"/>
                </a:solidFill>
                <a:latin typeface="+mn-lt"/>
              </a:defRPr>
            </a:lvl2pPr>
            <a:lvl3pPr marL="324000" indent="-324000" algn="l" rtl="0" eaLnBrk="1" fontAlgn="base" hangingPunct="1">
              <a:lnSpc>
                <a:spcPct val="95000"/>
              </a:lnSpc>
              <a:spcBef>
                <a:spcPts val="600"/>
              </a:spcBef>
              <a:spcAft>
                <a:spcPct val="0"/>
              </a:spcAft>
              <a:buClr>
                <a:schemeClr val="accent3"/>
              </a:buClr>
              <a:buSzPct val="75000"/>
              <a:buFont typeface="Wingdings 3" pitchFamily="18" charset="2"/>
              <a:buChar char="u"/>
              <a:defRPr sz="1600">
                <a:solidFill>
                  <a:srgbClr val="000000"/>
                </a:solidFill>
                <a:latin typeface="+mn-lt"/>
              </a:defRPr>
            </a:lvl3pPr>
            <a:lvl4pPr marL="324000" indent="-324000" algn="l" rtl="0" eaLnBrk="1" fontAlgn="base" hangingPunct="1">
              <a:lnSpc>
                <a:spcPct val="95000"/>
              </a:lnSpc>
              <a:spcBef>
                <a:spcPts val="600"/>
              </a:spcBef>
              <a:spcAft>
                <a:spcPct val="0"/>
              </a:spcAft>
              <a:buClr>
                <a:schemeClr val="accent3"/>
              </a:buClr>
              <a:buSzPct val="75000"/>
              <a:buFont typeface="Wingdings 3" pitchFamily="18" charset="2"/>
              <a:buChar char="u"/>
              <a:defRPr sz="1600">
                <a:solidFill>
                  <a:srgbClr val="000000"/>
                </a:solidFill>
                <a:latin typeface="+mn-lt"/>
              </a:defRPr>
            </a:lvl4pPr>
            <a:lvl5pPr marL="324000" indent="-324000" algn="l" rtl="0" eaLnBrk="1" fontAlgn="base" hangingPunct="1">
              <a:lnSpc>
                <a:spcPct val="95000"/>
              </a:lnSpc>
              <a:spcBef>
                <a:spcPts val="600"/>
              </a:spcBef>
              <a:spcAft>
                <a:spcPct val="0"/>
              </a:spcAft>
              <a:buClr>
                <a:schemeClr val="accent3"/>
              </a:buClr>
              <a:buSzPct val="75000"/>
              <a:buFont typeface="Wingdings 3" pitchFamily="18" charset="2"/>
              <a:buChar char="u"/>
              <a:defRPr sz="1600">
                <a:solidFill>
                  <a:srgbClr val="000000"/>
                </a:solidFill>
                <a:latin typeface="+mn-lt"/>
              </a:defRPr>
            </a:lvl5pPr>
            <a:lvl6pPr marL="1352550" indent="-176213" algn="l" rtl="0" eaLnBrk="1" fontAlgn="base" hangingPunct="1">
              <a:lnSpc>
                <a:spcPct val="99000"/>
              </a:lnSpc>
              <a:spcBef>
                <a:spcPct val="20000"/>
              </a:spcBef>
              <a:spcAft>
                <a:spcPct val="0"/>
              </a:spcAft>
              <a:buFont typeface="AU Passata" pitchFamily="34" charset="0"/>
              <a:buChar char="›"/>
              <a:defRPr sz="1600">
                <a:solidFill>
                  <a:schemeClr val="bg2"/>
                </a:solidFill>
                <a:latin typeface="+mn-lt"/>
              </a:defRPr>
            </a:lvl6pPr>
            <a:lvl7pPr marL="1809750" indent="-176213" algn="l" rtl="0" eaLnBrk="1" fontAlgn="base" hangingPunct="1">
              <a:lnSpc>
                <a:spcPct val="99000"/>
              </a:lnSpc>
              <a:spcBef>
                <a:spcPct val="20000"/>
              </a:spcBef>
              <a:spcAft>
                <a:spcPct val="0"/>
              </a:spcAft>
              <a:buFont typeface="AU Passata" pitchFamily="34" charset="0"/>
              <a:buChar char="›"/>
              <a:defRPr sz="1600">
                <a:solidFill>
                  <a:schemeClr val="bg2"/>
                </a:solidFill>
                <a:latin typeface="+mn-lt"/>
              </a:defRPr>
            </a:lvl7pPr>
            <a:lvl8pPr marL="2266950" indent="-176213" algn="l" rtl="0" eaLnBrk="1" fontAlgn="base" hangingPunct="1">
              <a:lnSpc>
                <a:spcPct val="99000"/>
              </a:lnSpc>
              <a:spcBef>
                <a:spcPct val="20000"/>
              </a:spcBef>
              <a:spcAft>
                <a:spcPct val="0"/>
              </a:spcAft>
              <a:buFont typeface="AU Passata" pitchFamily="34" charset="0"/>
              <a:buChar char="›"/>
              <a:defRPr sz="1600">
                <a:solidFill>
                  <a:schemeClr val="bg2"/>
                </a:solidFill>
                <a:latin typeface="+mn-lt"/>
              </a:defRPr>
            </a:lvl8pPr>
            <a:lvl9pPr marL="2724150" indent="-176213" algn="l" rtl="0" eaLnBrk="1" fontAlgn="base" hangingPunct="1">
              <a:lnSpc>
                <a:spcPct val="99000"/>
              </a:lnSpc>
              <a:spcBef>
                <a:spcPct val="20000"/>
              </a:spcBef>
              <a:spcAft>
                <a:spcPct val="0"/>
              </a:spcAft>
              <a:buFont typeface="AU Passata" pitchFamily="34" charset="0"/>
              <a:buChar char="›"/>
              <a:defRPr sz="1600">
                <a:solidFill>
                  <a:schemeClr val="bg2"/>
                </a:solidFill>
                <a:latin typeface="+mn-lt"/>
              </a:defRPr>
            </a:lvl9pPr>
          </a:lstStyle>
          <a:p>
            <a:pPr algn="ctr">
              <a:lnSpc>
                <a:spcPct val="85000"/>
              </a:lnSpc>
            </a:pPr>
            <a:r>
              <a:rPr lang="da-DK" sz="10000" kern="0" dirty="0" err="1">
                <a:solidFill>
                  <a:schemeClr val="bg1"/>
                </a:solidFill>
                <a:latin typeface="AU Peto" panose="040C0B07020602020301" pitchFamily="82" charset="0"/>
              </a:rPr>
              <a:t>versiet</a:t>
            </a:r>
            <a:endParaRPr lang="da-DK" sz="10000" dirty="0">
              <a:solidFill>
                <a:schemeClr val="bg1"/>
              </a:solidFill>
              <a:latin typeface="AU Peto" panose="040C0B07020602020301" pitchFamily="82" charset="0"/>
            </a:endParaRPr>
          </a:p>
        </p:txBody>
      </p:sp>
      <p:sp>
        <p:nvSpPr>
          <p:cNvPr id="8" name="Date Placeholder 4" hidden="1"/>
          <p:cNvSpPr>
            <a:spLocks noGrp="1"/>
          </p:cNvSpPr>
          <p:nvPr>
            <p:ph type="dt" sz="half" idx="10"/>
          </p:nvPr>
        </p:nvSpPr>
        <p:spPr>
          <a:xfrm>
            <a:off x="0" y="7020000"/>
            <a:ext cx="0" cy="0"/>
          </a:xfrm>
        </p:spPr>
        <p:txBody>
          <a:bodyPr/>
          <a:lstStyle/>
          <a:p>
            <a:fld id="{78417F83-4CBA-48F2-BAD0-783AE3701E32}" type="datetimeFigureOut">
              <a:rPr lang="da-DK" smtClean="0"/>
              <a:pPr/>
              <a:t>03-06-2026</a:t>
            </a:fld>
            <a:endParaRPr lang="da-DK" dirty="0"/>
          </a:p>
        </p:txBody>
      </p:sp>
      <p:sp>
        <p:nvSpPr>
          <p:cNvPr id="9" name="Footer Placeholder 6" hidden="1"/>
          <p:cNvSpPr>
            <a:spLocks noGrp="1"/>
          </p:cNvSpPr>
          <p:nvPr>
            <p:ph type="ftr" sz="quarter" idx="11"/>
          </p:nvPr>
        </p:nvSpPr>
        <p:spPr>
          <a:xfrm>
            <a:off x="0" y="7020000"/>
            <a:ext cx="0" cy="0"/>
          </a:xfrm>
        </p:spPr>
        <p:txBody>
          <a:bodyPr/>
          <a:lstStyle/>
          <a:p>
            <a:endParaRPr lang="da-DK" dirty="0"/>
          </a:p>
        </p:txBody>
      </p:sp>
      <p:sp>
        <p:nvSpPr>
          <p:cNvPr id="10" name="Slide Number Placeholder 8" hidden="1"/>
          <p:cNvSpPr>
            <a:spLocks noGrp="1"/>
          </p:cNvSpPr>
          <p:nvPr>
            <p:ph type="sldNum" sz="quarter" idx="12"/>
          </p:nvPr>
        </p:nvSpPr>
        <p:spPr>
          <a:xfrm>
            <a:off x="0" y="7020000"/>
            <a:ext cx="0" cy="426079"/>
          </a:xfrm>
        </p:spPr>
        <p:txBody>
          <a:bodyPr/>
          <a:lstStyle>
            <a:lvl1pPr>
              <a:defRPr sz="100">
                <a:noFill/>
              </a:defRPr>
            </a:lvl1pPr>
          </a:lstStyle>
          <a:p>
            <a:pPr>
              <a:defRPr/>
            </a:pPr>
            <a:fld id="{E90C1E0A-682D-40DC-B1EA-26C007FDC330}" type="slidenum">
              <a:rPr lang="da-DK" smtClean="0"/>
              <a:pPr>
                <a:defRPr/>
              </a:pPr>
              <a:t>‹nr.›</a:t>
            </a:fld>
            <a:endParaRPr lang="da-DK" dirty="0"/>
          </a:p>
        </p:txBody>
      </p:sp>
    </p:spTree>
    <p:extLst>
      <p:ext uri="{BB962C8B-B14F-4D97-AF65-F5344CB8AC3E}">
        <p14:creationId xmlns:p14="http://schemas.microsoft.com/office/powerpoint/2010/main" val="926240675"/>
      </p:ext>
    </p:extLst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End slide Aarhus Universitet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Date Placeholder 4" hidden="1"/>
          <p:cNvSpPr>
            <a:spLocks noGrp="1"/>
          </p:cNvSpPr>
          <p:nvPr>
            <p:ph type="dt" sz="half" idx="10"/>
          </p:nvPr>
        </p:nvSpPr>
        <p:spPr>
          <a:xfrm>
            <a:off x="0" y="7020000"/>
            <a:ext cx="0" cy="0"/>
          </a:xfrm>
        </p:spPr>
        <p:txBody>
          <a:bodyPr/>
          <a:lstStyle/>
          <a:p>
            <a:fld id="{78417F83-4CBA-48F2-BAD0-783AE3701E32}" type="datetimeFigureOut">
              <a:rPr lang="da-DK" smtClean="0"/>
              <a:pPr/>
              <a:t>03-06-2026</a:t>
            </a:fld>
            <a:endParaRPr lang="da-DK" dirty="0"/>
          </a:p>
        </p:txBody>
      </p:sp>
      <p:sp>
        <p:nvSpPr>
          <p:cNvPr id="9" name="Footer Placeholder 6" hidden="1"/>
          <p:cNvSpPr>
            <a:spLocks noGrp="1"/>
          </p:cNvSpPr>
          <p:nvPr>
            <p:ph type="ftr" sz="quarter" idx="11"/>
          </p:nvPr>
        </p:nvSpPr>
        <p:spPr>
          <a:xfrm>
            <a:off x="0" y="7020000"/>
            <a:ext cx="0" cy="0"/>
          </a:xfrm>
        </p:spPr>
        <p:txBody>
          <a:bodyPr/>
          <a:lstStyle/>
          <a:p>
            <a:endParaRPr lang="da-DK" dirty="0"/>
          </a:p>
        </p:txBody>
      </p:sp>
      <p:sp>
        <p:nvSpPr>
          <p:cNvPr id="10" name="Slide Number Placeholder 8" hidden="1"/>
          <p:cNvSpPr>
            <a:spLocks noGrp="1"/>
          </p:cNvSpPr>
          <p:nvPr>
            <p:ph type="sldNum" sz="quarter" idx="12"/>
          </p:nvPr>
        </p:nvSpPr>
        <p:spPr>
          <a:xfrm>
            <a:off x="0" y="7020000"/>
            <a:ext cx="0" cy="426079"/>
          </a:xfrm>
        </p:spPr>
        <p:txBody>
          <a:bodyPr/>
          <a:lstStyle>
            <a:lvl1pPr>
              <a:defRPr sz="100">
                <a:noFill/>
              </a:defRPr>
            </a:lvl1pPr>
          </a:lstStyle>
          <a:p>
            <a:pPr>
              <a:defRPr/>
            </a:pPr>
            <a:fld id="{E90C1E0A-682D-40DC-B1EA-26C007FDC330}" type="slidenum">
              <a:rPr lang="da-DK" smtClean="0"/>
              <a:pPr>
                <a:defRPr/>
              </a:pPr>
              <a:t>‹nr.›</a:t>
            </a:fld>
            <a:endParaRPr lang="da-DK" dirty="0"/>
          </a:p>
        </p:txBody>
      </p:sp>
      <p:sp>
        <p:nvSpPr>
          <p:cNvPr id="8" name="Farvet baggrund"/>
          <p:cNvSpPr/>
          <p:nvPr userDrawn="1"/>
        </p:nvSpPr>
        <p:spPr>
          <a:xfrm>
            <a:off x="0" y="0"/>
            <a:ext cx="12188825" cy="6858000"/>
          </a:xfrm>
          <a:prstGeom prst="rect">
            <a:avLst/>
          </a:prstGeom>
          <a:solidFill>
            <a:schemeClr val="tx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a-DK" sz="4799" dirty="0"/>
          </a:p>
        </p:txBody>
      </p:sp>
      <p:sp>
        <p:nvSpPr>
          <p:cNvPr id="5" name="LAN_AUWBreak" descr="{&quot;templafy&quot;:{&quot;id&quot;:&quot;8ab1cd0c-11c5-45fe-abeb-5bbaf2151f44&quot;}}"/>
          <p:cNvSpPr/>
          <p:nvPr userDrawn="1"/>
        </p:nvSpPr>
        <p:spPr bwMode="auto">
          <a:xfrm>
            <a:off x="6022613" y="2804400"/>
            <a:ext cx="65" cy="739391"/>
          </a:xfrm>
          <a:prstGeom prst="rect">
            <a:avLst/>
          </a:prstGeom>
          <a:noFill/>
          <a:ln w="1778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none" lIns="0" tIns="183600" rIns="0" bIns="0" numCol="1" rtlCol="0" anchor="t" anchorCtr="0" compatLnSpc="1">
            <a:prstTxWarp prst="textNoShape">
              <a:avLst/>
            </a:prstTxWarp>
            <a:spAutoFit/>
          </a:bodyPr>
          <a:lstStyle/>
          <a:p>
            <a:pPr marL="0" marR="0" indent="0" algn="l" defTabSz="914400" rtl="0" eaLnBrk="1" fontAlgn="base" latinLnBrk="0" hangingPunct="1">
              <a:lnSpc>
                <a:spcPct val="9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U Passata" pitchFamily="34" charset="0"/>
              <a:buNone/>
              <a:tabLst/>
            </a:pPr>
            <a:r>
              <a:rPr kumimoji="0" lang="da-DK" sz="4000" b="0" i="0" u="none" strike="noStrike" cap="all" normalizeH="0" baseline="0" noProof="1">
                <a:ln>
                  <a:noFill/>
                </a:ln>
                <a:solidFill>
                  <a:schemeClr val="bg1"/>
                </a:solidFill>
                <a:effectLst/>
                <a:latin typeface="AU Passata" pitchFamily="34" charset="0"/>
              </a:rPr>
              <a:t>Natural Sciences</a:t>
            </a:r>
          </a:p>
        </p:txBody>
      </p:sp>
      <p:pic>
        <p:nvPicPr>
          <p:cNvPr id="6" name="Logo white"/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318268" y="2864711"/>
            <a:ext cx="2228400" cy="111699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28896695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18" Type="http://schemas.openxmlformats.org/officeDocument/2006/relationships/slideLayout" Target="../slideLayouts/slideLayout18.xml"/><Relationship Id="rId3" Type="http://schemas.openxmlformats.org/officeDocument/2006/relationships/slideLayout" Target="../slideLayouts/slideLayout3.xml"/><Relationship Id="rId21" Type="http://schemas.openxmlformats.org/officeDocument/2006/relationships/theme" Target="../theme/theme1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20" Type="http://schemas.openxmlformats.org/officeDocument/2006/relationships/slideLayout" Target="../slideLayouts/slideLayout20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24" Type="http://schemas.openxmlformats.org/officeDocument/2006/relationships/image" Target="../media/image3.emf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23" Type="http://schemas.openxmlformats.org/officeDocument/2006/relationships/image" Target="../media/image2.emf"/><Relationship Id="rId10" Type="http://schemas.openxmlformats.org/officeDocument/2006/relationships/slideLayout" Target="../slideLayouts/slideLayout10.xml"/><Relationship Id="rId19" Type="http://schemas.openxmlformats.org/officeDocument/2006/relationships/slideLayout" Target="../slideLayouts/slideLayout19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Relationship Id="rId22" Type="http://schemas.openxmlformats.org/officeDocument/2006/relationships/image" Target="../media/image1.emf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 hidden="1"/>
          <p:cNvSpPr>
            <a:spLocks noGrp="1" noRot="1" noMove="1" noResize="1" noEditPoints="1" noAdjustHandles="1" noChangeArrowheads="1" noChangeShapeType="1"/>
          </p:cNvSpPr>
          <p:nvPr>
            <p:ph type="dt" sz="half" idx="2"/>
          </p:nvPr>
        </p:nvSpPr>
        <p:spPr>
          <a:xfrm>
            <a:off x="0" y="6858000"/>
            <a:ext cx="0" cy="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00">
                <a:noFill/>
              </a:defRPr>
            </a:lvl1pPr>
          </a:lstStyle>
          <a:p>
            <a:fld id="{78417F83-4CBA-48F2-BAD0-783AE3701E32}" type="datetimeFigureOut">
              <a:rPr lang="da-DK" smtClean="0"/>
              <a:pPr/>
              <a:t>03-06-2026</a:t>
            </a:fld>
            <a:endParaRPr lang="da-DK" dirty="0"/>
          </a:p>
        </p:txBody>
      </p:sp>
      <p:sp>
        <p:nvSpPr>
          <p:cNvPr id="3" name="Footer Placeholder 2" hidden="1"/>
          <p:cNvSpPr>
            <a:spLocks noGrp="1" noRot="1" noMove="1" noResize="1" noEditPoints="1" noAdjustHandles="1" noChangeArrowheads="1" noChangeShapeType="1"/>
          </p:cNvSpPr>
          <p:nvPr>
            <p:ph type="ftr" sz="quarter" idx="3"/>
          </p:nvPr>
        </p:nvSpPr>
        <p:spPr>
          <a:xfrm>
            <a:off x="0" y="6858000"/>
            <a:ext cx="0" cy="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00">
                <a:noFill/>
              </a:defRPr>
            </a:lvl1pPr>
          </a:lstStyle>
          <a:p>
            <a:endParaRPr lang="da-DK" dirty="0"/>
          </a:p>
        </p:txBody>
      </p:sp>
      <p:sp>
        <p:nvSpPr>
          <p:cNvPr id="23" name="Black Rectangle"/>
          <p:cNvSpPr/>
          <p:nvPr userDrawn="1"/>
        </p:nvSpPr>
        <p:spPr>
          <a:xfrm>
            <a:off x="989440" y="1663088"/>
            <a:ext cx="647831" cy="48000"/>
          </a:xfrm>
          <a:prstGeom prst="rect">
            <a:avLst/>
          </a:prstGeom>
          <a:solidFill>
            <a:schemeClr val="tx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a-DK" sz="4799" dirty="0"/>
          </a:p>
          <a:p>
            <a:pPr algn="ctr"/>
            <a:endParaRPr lang="da-DK" sz="4799" dirty="0"/>
          </a:p>
        </p:txBody>
      </p:sp>
      <p:pic>
        <p:nvPicPr>
          <p:cNvPr id="7" name="Au logo"/>
          <p:cNvPicPr>
            <a:picLocks noChangeAspect="1"/>
          </p:cNvPicPr>
          <p:nvPr userDrawn="1"/>
        </p:nvPicPr>
        <p:blipFill>
          <a:blip r:embed="rId2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02400" y="5999002"/>
            <a:ext cx="557570" cy="558000"/>
          </a:xfrm>
          <a:prstGeom prst="rect">
            <a:avLst/>
          </a:prstGeom>
        </p:spPr>
      </p:pic>
      <p:pic>
        <p:nvPicPr>
          <p:cNvPr id="10" name="Billede streg"/>
          <p:cNvPicPr>
            <a:picLocks noChangeAspect="1"/>
          </p:cNvPicPr>
          <p:nvPr userDrawn="1"/>
        </p:nvPicPr>
        <p:blipFill>
          <a:blip r:embed="rId2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073200" y="5997600"/>
            <a:ext cx="71734" cy="558000"/>
          </a:xfrm>
          <a:prstGeom prst="rect">
            <a:avLst/>
          </a:prstGeom>
        </p:spPr>
      </p:pic>
      <p:sp>
        <p:nvSpPr>
          <p:cNvPr id="1027" name="Placeholder title 1"/>
          <p:cNvSpPr>
            <a:spLocks noGrp="1" noChangeArrowheads="1"/>
          </p:cNvSpPr>
          <p:nvPr>
            <p:ph type="title"/>
          </p:nvPr>
        </p:nvSpPr>
        <p:spPr bwMode="auto">
          <a:xfrm>
            <a:off x="315913" y="149115"/>
            <a:ext cx="11557000" cy="130932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0" tIns="0" rIns="0" bIns="0" numCol="1" anchor="b" anchorCtr="0" compatLnSpc="1">
            <a:prstTxWarp prst="textNoShape">
              <a:avLst/>
            </a:prstTxWarp>
          </a:bodyPr>
          <a:lstStyle/>
          <a:p>
            <a:pPr lvl="0"/>
            <a:r>
              <a:rPr lang="da-DK" noProof="0" dirty="0"/>
              <a:t>Click to edit Master title style</a:t>
            </a:r>
            <a:endParaRPr lang="da-DK"/>
          </a:p>
        </p:txBody>
      </p:sp>
      <p:sp>
        <p:nvSpPr>
          <p:cNvPr id="1028" name="Rectangle 2"/>
          <p:cNvSpPr>
            <a:spLocks noGrp="1" noChangeArrowheads="1"/>
          </p:cNvSpPr>
          <p:nvPr>
            <p:ph type="body" idx="1"/>
          </p:nvPr>
        </p:nvSpPr>
        <p:spPr bwMode="auto">
          <a:xfrm>
            <a:off x="985838" y="1960079"/>
            <a:ext cx="10220325" cy="3937484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0" tIns="0" rIns="0" bIns="0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da-DK" noProof="0" dirty="0"/>
              <a:t>Click to edit Master text styles</a:t>
            </a:r>
            <a:endParaRPr lang="da-DK"/>
          </a:p>
          <a:p>
            <a:pPr lvl="1"/>
            <a:r>
              <a:rPr lang="da-DK" noProof="0" dirty="0"/>
              <a:t>Second level</a:t>
            </a:r>
            <a:endParaRPr lang="da-DK"/>
          </a:p>
          <a:p>
            <a:pPr lvl="2"/>
            <a:r>
              <a:rPr lang="da-DK" noProof="0" dirty="0"/>
              <a:t>Third level</a:t>
            </a:r>
            <a:endParaRPr lang="da-DK"/>
          </a:p>
          <a:p>
            <a:pPr lvl="3"/>
            <a:r>
              <a:rPr lang="da-DK" noProof="0" dirty="0"/>
              <a:t>Fourth level</a:t>
            </a:r>
            <a:endParaRPr lang="da-DK"/>
          </a:p>
          <a:p>
            <a:pPr lvl="4"/>
            <a:r>
              <a:rPr lang="da-DK" noProof="0" dirty="0"/>
              <a:t>Fifth level</a:t>
            </a:r>
            <a:endParaRPr lang="da-DK"/>
          </a:p>
          <a:p>
            <a:pPr lvl="5"/>
            <a:r>
              <a:rPr lang="da-DK" noProof="0" dirty="0"/>
              <a:t>6 level</a:t>
            </a:r>
            <a:endParaRPr lang="da-DK"/>
          </a:p>
          <a:p>
            <a:pPr lvl="6"/>
            <a:r>
              <a:rPr lang="da-DK" noProof="0" dirty="0"/>
              <a:t>7 level</a:t>
            </a:r>
            <a:endParaRPr lang="da-DK"/>
          </a:p>
          <a:p>
            <a:pPr lvl="7"/>
            <a:r>
              <a:rPr lang="da-DK" noProof="0" dirty="0"/>
              <a:t>8 level</a:t>
            </a:r>
            <a:endParaRPr lang="da-DK"/>
          </a:p>
          <a:p>
            <a:pPr lvl="8"/>
            <a:r>
              <a:rPr lang="da-DK" noProof="0" dirty="0"/>
              <a:t>9 level</a:t>
            </a:r>
            <a:endParaRPr lang="da-DK"/>
          </a:p>
        </p:txBody>
      </p:sp>
      <p:sp>
        <p:nvSpPr>
          <p:cNvPr id="5" name="Date_DateCustomA" descr="{&quot;templafy&quot;:{&quot;id&quot;:&quot;65a04356-92b6-4a47-918e-78a50a76f164&quot;}}">
            <a:extLst>
              <a:ext uri="{FF2B5EF4-FFF2-40B4-BE49-F238E27FC236}">
                <a16:creationId xmlns:a16="http://schemas.microsoft.com/office/drawing/2014/main" id="{2DB864AE-EC00-948C-4AD8-CC3FC72BC82F}"/>
              </a:ext>
            </a:extLst>
          </p:cNvPr>
          <p:cNvSpPr txBox="1">
            <a:spLocks noChangeArrowheads="1"/>
          </p:cNvSpPr>
          <p:nvPr userDrawn="1"/>
        </p:nvSpPr>
        <p:spPr bwMode="auto">
          <a:xfrm>
            <a:off x="3691333" y="5997600"/>
            <a:ext cx="2271840" cy="582176"/>
          </a:xfrm>
          <a:prstGeom prst="rect">
            <a:avLst/>
          </a:prstGeom>
          <a:noFill/>
          <a:ln w="1778" algn="ctr">
            <a:noFill/>
            <a:miter lim="800000"/>
            <a:headEnd/>
            <a:tailEnd/>
          </a:ln>
          <a:effectLst/>
        </p:spPr>
        <p:txBody>
          <a:bodyPr wrap="square" lIns="0" tIns="475200" rIns="0" bIns="0" anchor="t" anchorCtr="0">
            <a:spAutoFit/>
          </a:bodyPr>
          <a:lstStyle/>
          <a:p>
            <a:pPr algn="r">
              <a:lnSpc>
                <a:spcPct val="95000"/>
              </a:lnSpc>
              <a:defRPr/>
            </a:pPr>
            <a:r>
              <a:rPr lang="da-DK" sz="700" b="0" cap="all" baseline="0" dirty="0">
                <a:solidFill>
                  <a:schemeClr val="tx1"/>
                </a:solidFill>
                <a:latin typeface="+mn-lt"/>
              </a:rPr>
              <a:t>15. juni 2026</a:t>
            </a:r>
          </a:p>
        </p:txBody>
      </p:sp>
      <p:sp>
        <p:nvSpPr>
          <p:cNvPr id="4" name="FLD_Event" descr="{&quot;templafy&quot;:{&quot;id&quot;:&quot;34bec9ce-27a1-41b7-9220-0f139f36445d&quot;}}">
            <a:extLst>
              <a:ext uri="{FF2B5EF4-FFF2-40B4-BE49-F238E27FC236}">
                <a16:creationId xmlns:a16="http://schemas.microsoft.com/office/drawing/2014/main" id="{D0C255F4-97F5-2F16-C830-C233FA325C15}"/>
              </a:ext>
            </a:extLst>
          </p:cNvPr>
          <p:cNvSpPr txBox="1">
            <a:spLocks noChangeArrowheads="1"/>
          </p:cNvSpPr>
          <p:nvPr userDrawn="1"/>
        </p:nvSpPr>
        <p:spPr bwMode="auto">
          <a:xfrm>
            <a:off x="3691333" y="5997600"/>
            <a:ext cx="2271840" cy="447676"/>
          </a:xfrm>
          <a:prstGeom prst="rect">
            <a:avLst/>
          </a:prstGeom>
          <a:noFill/>
          <a:ln w="1778" algn="ctr">
            <a:noFill/>
            <a:miter lim="800000"/>
            <a:headEnd/>
            <a:tailEnd/>
          </a:ln>
          <a:effectLst/>
        </p:spPr>
        <p:txBody>
          <a:bodyPr wrap="square" lIns="0" tIns="342000" rIns="0" bIns="0" anchor="t" anchorCtr="0">
            <a:spAutoFit/>
          </a:bodyPr>
          <a:lstStyle/>
          <a:p>
            <a:pPr algn="r">
              <a:lnSpc>
                <a:spcPct val="95000"/>
              </a:lnSpc>
              <a:defRPr/>
            </a:pPr>
            <a:r>
              <a:rPr lang="da-DK" sz="700" b="0" cap="all" baseline="0" dirty="0">
                <a:solidFill>
                  <a:schemeClr val="tx1"/>
                </a:solidFill>
                <a:latin typeface="+mn-lt"/>
              </a:rPr>
              <a:t>Master's defence</a:t>
            </a:r>
          </a:p>
        </p:txBody>
      </p:sp>
      <p:sp>
        <p:nvSpPr>
          <p:cNvPr id="28" name="USR_Title" descr="{&quot;templafy&quot;:{&quot;id&quot;:&quot;af76ede1-dd33-4b10-b8df-0a1c8dc4b0a6&quot;}}"/>
          <p:cNvSpPr txBox="1">
            <a:spLocks noChangeArrowheads="1"/>
          </p:cNvSpPr>
          <p:nvPr userDrawn="1"/>
        </p:nvSpPr>
        <p:spPr bwMode="auto">
          <a:xfrm>
            <a:off x="6240044" y="5997600"/>
            <a:ext cx="2982416" cy="582176"/>
          </a:xfrm>
          <a:prstGeom prst="rect">
            <a:avLst/>
          </a:prstGeom>
          <a:noFill/>
          <a:ln w="1778" algn="ctr">
            <a:noFill/>
            <a:miter lim="800000"/>
            <a:headEnd/>
            <a:tailEnd/>
          </a:ln>
          <a:effectLst/>
        </p:spPr>
        <p:txBody>
          <a:bodyPr lIns="0" tIns="475200" rIns="0" bIns="0" anchor="t" anchorCtr="0">
            <a:spAutoFit/>
          </a:bodyPr>
          <a:lstStyle/>
          <a:p>
            <a:pPr algn="l">
              <a:lnSpc>
                <a:spcPct val="95000"/>
              </a:lnSpc>
              <a:defRPr/>
            </a:pPr>
            <a:r>
              <a:rPr lang="da-DK" sz="700" b="0" cap="all" baseline="0" dirty="0">
                <a:solidFill>
                  <a:schemeClr val="tx1"/>
                </a:solidFill>
                <a:latin typeface="+mn-lt"/>
              </a:rPr>
              <a:t>Student</a:t>
            </a:r>
          </a:p>
        </p:txBody>
      </p:sp>
      <p:sp>
        <p:nvSpPr>
          <p:cNvPr id="21" name="USR_Name" descr="{&quot;templafy&quot;:{&quot;id&quot;:&quot;003efdc0-fa5f-41a3-b511-5e0eb11449c7&quot;}}"/>
          <p:cNvSpPr txBox="1">
            <a:spLocks noChangeArrowheads="1"/>
          </p:cNvSpPr>
          <p:nvPr userDrawn="1"/>
        </p:nvSpPr>
        <p:spPr bwMode="auto">
          <a:xfrm>
            <a:off x="6240044" y="5997600"/>
            <a:ext cx="2982416" cy="444040"/>
          </a:xfrm>
          <a:prstGeom prst="rect">
            <a:avLst/>
          </a:prstGeom>
          <a:noFill/>
          <a:ln w="1778" algn="ctr">
            <a:noFill/>
            <a:miter lim="800000"/>
            <a:headEnd/>
            <a:tailEnd/>
          </a:ln>
          <a:effectLst/>
        </p:spPr>
        <p:txBody>
          <a:bodyPr lIns="0" tIns="342000" rIns="0" bIns="0" anchor="t" anchorCtr="0">
            <a:spAutoFit/>
          </a:bodyPr>
          <a:lstStyle/>
          <a:p>
            <a:pPr algn="l">
              <a:lnSpc>
                <a:spcPct val="95000"/>
              </a:lnSpc>
              <a:defRPr/>
            </a:pPr>
            <a:r>
              <a:rPr lang="da-DK" sz="700" b="0" cap="all" baseline="0" dirty="0">
                <a:solidFill>
                  <a:schemeClr val="tx1"/>
                </a:solidFill>
                <a:latin typeface="+mn-lt"/>
              </a:rPr>
              <a:t>Karsten Walz Jensen</a:t>
            </a:r>
          </a:p>
        </p:txBody>
      </p:sp>
      <p:pic>
        <p:nvPicPr>
          <p:cNvPr id="1665937298" name="SecondaryLogo_sort" descr="{&quot;templafy&quot;:{&quot;id&quot;:&quot;d5e1fcf2-d2e7-4f04-a62e-ca95fb70fb04&quot;}}"/>
          <p:cNvPicPr>
            <a:picLocks noChangeAspect="1"/>
          </p:cNvPicPr>
          <p:nvPr/>
        </p:nvPicPr>
        <p:blipFill>
          <a:blip r:embed="rId24"/>
          <a:stretch>
            <a:fillRect/>
          </a:stretch>
        </p:blipFill>
        <p:spPr>
          <a:xfrm>
            <a:off x="10206000" y="5999002"/>
            <a:ext cx="1659600" cy="558000"/>
          </a:xfrm>
          <a:prstGeom prst="rect">
            <a:avLst/>
          </a:prstGeom>
        </p:spPr>
      </p:pic>
      <p:sp>
        <p:nvSpPr>
          <p:cNvPr id="25" name="OFF_logo2Computed" descr="{&quot;templafy&quot;:{&quot;id&quot;:&quot;91499ec8-aec3-4d12-8320-346db94fb6d7&quot;}}"/>
          <p:cNvSpPr txBox="1">
            <a:spLocks noChangeArrowheads="1"/>
          </p:cNvSpPr>
          <p:nvPr userDrawn="1"/>
        </p:nvSpPr>
        <p:spPr bwMode="auto">
          <a:xfrm>
            <a:off x="972000" y="5997600"/>
            <a:ext cx="2350045" cy="676612"/>
          </a:xfrm>
          <a:prstGeom prst="rect">
            <a:avLst/>
          </a:prstGeom>
          <a:noFill/>
          <a:ln w="1778" algn="ctr">
            <a:noFill/>
            <a:miter lim="800000"/>
            <a:headEnd/>
            <a:tailEnd/>
          </a:ln>
          <a:effectLst/>
        </p:spPr>
        <p:txBody>
          <a:bodyPr wrap="square" lIns="0" tIns="583200" rIns="0" bIns="0">
            <a:spAutoFit/>
          </a:bodyPr>
          <a:lstStyle/>
          <a:p>
            <a:pPr>
              <a:lnSpc>
                <a:spcPct val="95000"/>
              </a:lnSpc>
              <a:defRPr/>
            </a:pPr>
            <a:r>
              <a:rPr lang="da-DK" sz="600" cap="all" spc="40" baseline="0" dirty="0">
                <a:solidFill>
                  <a:schemeClr val="tx1"/>
                </a:solidFill>
                <a:latin typeface="AU Passata Light" pitchFamily="34" charset="0"/>
              </a:rPr>
              <a:t>Aarhus Universitet</a:t>
            </a:r>
          </a:p>
        </p:txBody>
      </p:sp>
      <p:sp>
        <p:nvSpPr>
          <p:cNvPr id="26" name="OFF_logo1Computed" descr="{&quot;templafy&quot;:{&quot;id&quot;:&quot;eada565a-e515-49e3-8e79-6fc20c12cb5a&quot;}}"/>
          <p:cNvSpPr/>
          <p:nvPr userDrawn="1"/>
        </p:nvSpPr>
        <p:spPr bwMode="auto">
          <a:xfrm>
            <a:off x="971999" y="5997600"/>
            <a:ext cx="65" cy="451123"/>
          </a:xfrm>
          <a:prstGeom prst="rect">
            <a:avLst/>
          </a:prstGeom>
          <a:noFill/>
          <a:ln w="1778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none" lIns="0" tIns="309600" rIns="0" bIns="0" numCol="1" rtlCol="0" anchor="t" anchorCtr="0" compatLnSpc="1">
            <a:prstTxWarp prst="textNoShape">
              <a:avLst/>
            </a:prstTxWarp>
            <a:spAutoFit/>
          </a:bodyPr>
          <a:lstStyle/>
          <a:p>
            <a:pPr marL="0" marR="0" indent="0" algn="l" defTabSz="914400" rtl="0" eaLnBrk="1" fontAlgn="base" latinLnBrk="0" hangingPunct="1">
              <a:lnSpc>
                <a:spcPct val="9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U Passata" pitchFamily="34" charset="0"/>
              <a:buNone/>
              <a:tabLst/>
            </a:pPr>
            <a:r>
              <a:rPr kumimoji="0" lang="da-DK" sz="1000" b="0" i="0" u="none" strike="noStrike" cap="all" normalizeH="0" baseline="0" noProof="1">
                <a:ln>
                  <a:noFill/>
                </a:ln>
                <a:solidFill>
                  <a:schemeClr val="tx1"/>
                </a:solidFill>
                <a:effectLst/>
                <a:latin typeface="AU Passata" pitchFamily="34" charset="0"/>
              </a:rPr>
              <a:t>Natural Sciences</a:t>
            </a:r>
          </a:p>
        </p:txBody>
      </p:sp>
      <p:sp>
        <p:nvSpPr>
          <p:cNvPr id="1030" name="Sidetal"/>
          <p:cNvSpPr>
            <a:spLocks noGrp="1" noChangeArrowheads="1"/>
          </p:cNvSpPr>
          <p:nvPr>
            <p:ph type="sldNum" sz="quarter" idx="4"/>
          </p:nvPr>
        </p:nvSpPr>
        <p:spPr bwMode="auto">
          <a:xfrm>
            <a:off x="11807992" y="6581497"/>
            <a:ext cx="252000" cy="13542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0" tIns="0" rIns="0" bIns="0" numCol="1" anchor="t" anchorCtr="0" compatLnSpc="1">
            <a:prstTxWarp prst="textNoShape">
              <a:avLst/>
            </a:prstTxWarp>
            <a:spAutoFit/>
          </a:bodyPr>
          <a:lstStyle>
            <a:lvl1pPr algn="r">
              <a:lnSpc>
                <a:spcPts val="1200"/>
              </a:lnSpc>
              <a:buFontTx/>
              <a:buNone/>
              <a:defRPr sz="700" spc="40" baseline="0">
                <a:solidFill>
                  <a:schemeClr val="tx1"/>
                </a:solidFill>
                <a:latin typeface="+mn-lt"/>
              </a:defRPr>
            </a:lvl1pPr>
          </a:lstStyle>
          <a:p>
            <a:pPr>
              <a:defRPr/>
            </a:pPr>
            <a:fld id="{E90C1E0A-682D-40DC-B1EA-26C007FDC330}" type="slidenum">
              <a:rPr lang="da-DK" smtClean="0"/>
              <a:pPr>
                <a:defRPr/>
              </a:pPr>
              <a:t>‹nr.›</a:t>
            </a:fld>
            <a:endParaRPr lang="da-DK" dirty="0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59" r:id="rId1"/>
    <p:sldLayoutId id="2147483656" r:id="rId2"/>
    <p:sldLayoutId id="2147483673" r:id="rId3"/>
    <p:sldLayoutId id="2147483666" r:id="rId4"/>
    <p:sldLayoutId id="2147483662" r:id="rId5"/>
    <p:sldLayoutId id="2147483649" r:id="rId6"/>
    <p:sldLayoutId id="2147483669" r:id="rId7"/>
    <p:sldLayoutId id="2147483661" r:id="rId8"/>
    <p:sldLayoutId id="2147483668" r:id="rId9"/>
    <p:sldLayoutId id="2147483663" r:id="rId10"/>
    <p:sldLayoutId id="2147483670" r:id="rId11"/>
    <p:sldLayoutId id="2147483654" r:id="rId12"/>
    <p:sldLayoutId id="2147483664" r:id="rId13"/>
    <p:sldLayoutId id="2147483671" r:id="rId14"/>
    <p:sldLayoutId id="2147483650" r:id="rId15"/>
    <p:sldLayoutId id="2147483655" r:id="rId16"/>
    <p:sldLayoutId id="2147483651" r:id="rId17"/>
    <p:sldLayoutId id="2147483672" r:id="rId18"/>
    <p:sldLayoutId id="2147483678" r:id="rId19"/>
    <p:sldLayoutId id="2147483658" r:id="rId20"/>
  </p:sldLayoutIdLst>
  <p:hf sldNum="0" hdr="0" ftr="0"/>
  <p:txStyles>
    <p:titleStyle>
      <a:lvl1pPr algn="l" rtl="0" eaLnBrk="1" fontAlgn="base" hangingPunct="1">
        <a:lnSpc>
          <a:spcPct val="89000"/>
        </a:lnSpc>
        <a:spcBef>
          <a:spcPct val="0"/>
        </a:spcBef>
        <a:spcAft>
          <a:spcPct val="0"/>
        </a:spcAft>
        <a:defRPr sz="4500" b="1" cap="all" baseline="0">
          <a:solidFill>
            <a:schemeClr val="tx1"/>
          </a:solidFill>
          <a:latin typeface="+mj-lt"/>
          <a:ea typeface="+mj-ea"/>
          <a:cs typeface="+mj-cs"/>
        </a:defRPr>
      </a:lvl1pPr>
      <a:lvl2pPr algn="l" rtl="0" eaLnBrk="1" fontAlgn="base" hangingPunct="1">
        <a:lnSpc>
          <a:spcPct val="83000"/>
        </a:lnSpc>
        <a:spcBef>
          <a:spcPct val="0"/>
        </a:spcBef>
        <a:spcAft>
          <a:spcPct val="0"/>
        </a:spcAft>
        <a:defRPr sz="4000">
          <a:solidFill>
            <a:schemeClr val="bg2"/>
          </a:solidFill>
          <a:latin typeface="AU Passata" pitchFamily="34" charset="0"/>
        </a:defRPr>
      </a:lvl2pPr>
      <a:lvl3pPr algn="l" rtl="0" eaLnBrk="1" fontAlgn="base" hangingPunct="1">
        <a:lnSpc>
          <a:spcPct val="83000"/>
        </a:lnSpc>
        <a:spcBef>
          <a:spcPct val="0"/>
        </a:spcBef>
        <a:spcAft>
          <a:spcPct val="0"/>
        </a:spcAft>
        <a:defRPr sz="4000">
          <a:solidFill>
            <a:schemeClr val="bg2"/>
          </a:solidFill>
          <a:latin typeface="AU Passata" pitchFamily="34" charset="0"/>
        </a:defRPr>
      </a:lvl3pPr>
      <a:lvl4pPr algn="l" rtl="0" eaLnBrk="1" fontAlgn="base" hangingPunct="1">
        <a:lnSpc>
          <a:spcPct val="83000"/>
        </a:lnSpc>
        <a:spcBef>
          <a:spcPct val="0"/>
        </a:spcBef>
        <a:spcAft>
          <a:spcPct val="0"/>
        </a:spcAft>
        <a:defRPr sz="4000">
          <a:solidFill>
            <a:schemeClr val="bg2"/>
          </a:solidFill>
          <a:latin typeface="AU Passata" pitchFamily="34" charset="0"/>
        </a:defRPr>
      </a:lvl4pPr>
      <a:lvl5pPr algn="l" rtl="0" eaLnBrk="1" fontAlgn="base" hangingPunct="1">
        <a:lnSpc>
          <a:spcPct val="83000"/>
        </a:lnSpc>
        <a:spcBef>
          <a:spcPct val="0"/>
        </a:spcBef>
        <a:spcAft>
          <a:spcPct val="0"/>
        </a:spcAft>
        <a:defRPr sz="4000">
          <a:solidFill>
            <a:schemeClr val="bg2"/>
          </a:solidFill>
          <a:latin typeface="AU Passata" pitchFamily="34" charset="0"/>
        </a:defRPr>
      </a:lvl5pPr>
      <a:lvl6pPr marL="457200" algn="l" rtl="0" eaLnBrk="1" fontAlgn="base" hangingPunct="1">
        <a:lnSpc>
          <a:spcPct val="83000"/>
        </a:lnSpc>
        <a:spcBef>
          <a:spcPct val="0"/>
        </a:spcBef>
        <a:spcAft>
          <a:spcPct val="0"/>
        </a:spcAft>
        <a:defRPr sz="4000">
          <a:solidFill>
            <a:schemeClr val="bg2"/>
          </a:solidFill>
          <a:latin typeface="AU Passata" pitchFamily="34" charset="0"/>
        </a:defRPr>
      </a:lvl6pPr>
      <a:lvl7pPr marL="914400" algn="l" rtl="0" eaLnBrk="1" fontAlgn="base" hangingPunct="1">
        <a:lnSpc>
          <a:spcPct val="83000"/>
        </a:lnSpc>
        <a:spcBef>
          <a:spcPct val="0"/>
        </a:spcBef>
        <a:spcAft>
          <a:spcPct val="0"/>
        </a:spcAft>
        <a:defRPr sz="4000">
          <a:solidFill>
            <a:schemeClr val="bg2"/>
          </a:solidFill>
          <a:latin typeface="AU Passata" pitchFamily="34" charset="0"/>
        </a:defRPr>
      </a:lvl7pPr>
      <a:lvl8pPr marL="1371600" algn="l" rtl="0" eaLnBrk="1" fontAlgn="base" hangingPunct="1">
        <a:lnSpc>
          <a:spcPct val="83000"/>
        </a:lnSpc>
        <a:spcBef>
          <a:spcPct val="0"/>
        </a:spcBef>
        <a:spcAft>
          <a:spcPct val="0"/>
        </a:spcAft>
        <a:defRPr sz="4000">
          <a:solidFill>
            <a:schemeClr val="bg2"/>
          </a:solidFill>
          <a:latin typeface="AU Passata" pitchFamily="34" charset="0"/>
        </a:defRPr>
      </a:lvl8pPr>
      <a:lvl9pPr marL="1828800" algn="l" rtl="0" eaLnBrk="1" fontAlgn="base" hangingPunct="1">
        <a:lnSpc>
          <a:spcPct val="83000"/>
        </a:lnSpc>
        <a:spcBef>
          <a:spcPct val="0"/>
        </a:spcBef>
        <a:spcAft>
          <a:spcPct val="0"/>
        </a:spcAft>
        <a:defRPr sz="4000">
          <a:solidFill>
            <a:schemeClr val="bg2"/>
          </a:solidFill>
          <a:latin typeface="AU Passata" pitchFamily="34" charset="0"/>
        </a:defRPr>
      </a:lvl9pPr>
    </p:titleStyle>
    <p:bodyStyle>
      <a:lvl1pPr marL="0" indent="0" algn="l" rtl="0" eaLnBrk="1" fontAlgn="base" hangingPunct="1">
        <a:lnSpc>
          <a:spcPct val="99000"/>
        </a:lnSpc>
        <a:spcBef>
          <a:spcPts val="600"/>
        </a:spcBef>
        <a:spcAft>
          <a:spcPct val="0"/>
        </a:spcAft>
        <a:buClr>
          <a:schemeClr val="tx1"/>
        </a:buClr>
        <a:buSzPct val="100000"/>
        <a:buFont typeface="Calibri" panose="020F0502020204030204" pitchFamily="34" charset="0"/>
        <a:buChar char="​"/>
        <a:defRPr sz="2000" b="0">
          <a:solidFill>
            <a:schemeClr val="tx1"/>
          </a:solidFill>
          <a:latin typeface="+mn-lt"/>
          <a:ea typeface="+mn-ea"/>
          <a:cs typeface="+mn-cs"/>
        </a:defRPr>
      </a:lvl1pPr>
      <a:lvl2pPr marL="432000" indent="-180000" algn="l" rtl="0" eaLnBrk="1" fontAlgn="base" hangingPunct="1">
        <a:lnSpc>
          <a:spcPct val="99000"/>
        </a:lnSpc>
        <a:spcBef>
          <a:spcPts val="600"/>
        </a:spcBef>
        <a:spcAft>
          <a:spcPct val="0"/>
        </a:spcAft>
        <a:buClr>
          <a:schemeClr val="tx1"/>
        </a:buClr>
        <a:buSzPct val="100000"/>
        <a:buFont typeface="Arial" panose="020B0604020202020204" pitchFamily="34" charset="0"/>
        <a:buChar char="•"/>
        <a:defRPr sz="2000">
          <a:solidFill>
            <a:schemeClr val="tx1"/>
          </a:solidFill>
          <a:latin typeface="+mn-lt"/>
        </a:defRPr>
      </a:lvl2pPr>
      <a:lvl3pPr marL="756000" indent="-180000" algn="l" rtl="0" eaLnBrk="1" fontAlgn="base" hangingPunct="1">
        <a:lnSpc>
          <a:spcPct val="99000"/>
        </a:lnSpc>
        <a:spcBef>
          <a:spcPts val="600"/>
        </a:spcBef>
        <a:spcAft>
          <a:spcPct val="0"/>
        </a:spcAft>
        <a:buClr>
          <a:schemeClr val="tx1"/>
        </a:buClr>
        <a:buSzPct val="100000"/>
        <a:buFont typeface="Arial" panose="020B0604020202020204" pitchFamily="34" charset="0"/>
        <a:buChar char="•"/>
        <a:defRPr sz="2000">
          <a:solidFill>
            <a:schemeClr val="tx1"/>
          </a:solidFill>
          <a:latin typeface="+mn-lt"/>
        </a:defRPr>
      </a:lvl3pPr>
      <a:lvl4pPr marL="1152000" indent="-180000" algn="l" rtl="0" eaLnBrk="1" fontAlgn="base" hangingPunct="1">
        <a:lnSpc>
          <a:spcPct val="99000"/>
        </a:lnSpc>
        <a:spcBef>
          <a:spcPts val="600"/>
        </a:spcBef>
        <a:spcAft>
          <a:spcPct val="0"/>
        </a:spcAft>
        <a:buClr>
          <a:schemeClr val="tx1"/>
        </a:buClr>
        <a:buSzPct val="100000"/>
        <a:buFont typeface="Arial" panose="020B0604020202020204" pitchFamily="34" charset="0"/>
        <a:buChar char="•"/>
        <a:defRPr sz="2000">
          <a:solidFill>
            <a:schemeClr val="tx1"/>
          </a:solidFill>
          <a:latin typeface="+mn-lt"/>
        </a:defRPr>
      </a:lvl4pPr>
      <a:lvl5pPr marL="1512000" indent="-180000" algn="l" rtl="0" eaLnBrk="1" fontAlgn="base" hangingPunct="1">
        <a:lnSpc>
          <a:spcPct val="99000"/>
        </a:lnSpc>
        <a:spcBef>
          <a:spcPts val="600"/>
        </a:spcBef>
        <a:spcAft>
          <a:spcPct val="0"/>
        </a:spcAft>
        <a:buClr>
          <a:schemeClr val="tx1"/>
        </a:buClr>
        <a:buSzPct val="100000"/>
        <a:buFont typeface="Arial" panose="020B0604020202020204" pitchFamily="34" charset="0"/>
        <a:buChar char="•"/>
        <a:defRPr sz="2000">
          <a:solidFill>
            <a:schemeClr val="tx1"/>
          </a:solidFill>
          <a:latin typeface="+mn-lt"/>
        </a:defRPr>
      </a:lvl5pPr>
      <a:lvl6pPr marL="1836000" indent="-180000" algn="l" rtl="0" eaLnBrk="1" fontAlgn="base" hangingPunct="1">
        <a:lnSpc>
          <a:spcPct val="99000"/>
        </a:lnSpc>
        <a:spcBef>
          <a:spcPts val="600"/>
        </a:spcBef>
        <a:spcAft>
          <a:spcPct val="0"/>
        </a:spcAft>
        <a:buClr>
          <a:schemeClr val="tx1"/>
        </a:buClr>
        <a:buFont typeface="Arial" panose="020B0604020202020204" pitchFamily="34" charset="0"/>
        <a:buChar char="•"/>
        <a:defRPr sz="2000">
          <a:solidFill>
            <a:schemeClr val="tx1"/>
          </a:solidFill>
          <a:latin typeface="+mn-lt"/>
        </a:defRPr>
      </a:lvl6pPr>
      <a:lvl7pPr marL="1836000" indent="-180000" algn="l" rtl="0" eaLnBrk="1" fontAlgn="base" hangingPunct="1">
        <a:lnSpc>
          <a:spcPct val="99000"/>
        </a:lnSpc>
        <a:spcBef>
          <a:spcPts val="600"/>
        </a:spcBef>
        <a:spcAft>
          <a:spcPct val="0"/>
        </a:spcAft>
        <a:buClr>
          <a:schemeClr val="tx1"/>
        </a:buClr>
        <a:buFont typeface="Arial" panose="020B0604020202020204" pitchFamily="34" charset="0"/>
        <a:buChar char="•"/>
        <a:defRPr sz="2000">
          <a:solidFill>
            <a:schemeClr val="tx1"/>
          </a:solidFill>
          <a:latin typeface="+mn-lt"/>
        </a:defRPr>
      </a:lvl7pPr>
      <a:lvl8pPr marL="1836000" indent="-180000" algn="l" rtl="0" eaLnBrk="1" fontAlgn="base" hangingPunct="1">
        <a:lnSpc>
          <a:spcPct val="99000"/>
        </a:lnSpc>
        <a:spcBef>
          <a:spcPts val="600"/>
        </a:spcBef>
        <a:spcAft>
          <a:spcPct val="0"/>
        </a:spcAft>
        <a:buClr>
          <a:schemeClr val="tx1"/>
        </a:buClr>
        <a:buFont typeface="Arial" panose="020B0604020202020204" pitchFamily="34" charset="0"/>
        <a:buChar char="•"/>
        <a:defRPr sz="2000">
          <a:solidFill>
            <a:schemeClr val="tx1"/>
          </a:solidFill>
          <a:latin typeface="+mn-lt"/>
        </a:defRPr>
      </a:lvl8pPr>
      <a:lvl9pPr marL="1836000" indent="-180000" algn="l" rtl="0" eaLnBrk="1" fontAlgn="base" hangingPunct="1">
        <a:lnSpc>
          <a:spcPct val="99000"/>
        </a:lnSpc>
        <a:spcBef>
          <a:spcPts val="600"/>
        </a:spcBef>
        <a:spcAft>
          <a:spcPct val="0"/>
        </a:spcAft>
        <a:buClr>
          <a:schemeClr val="tx1"/>
        </a:buClr>
        <a:buFont typeface="Arial" panose="020B0604020202020204" pitchFamily="34" charset="0"/>
        <a:buChar char="•"/>
        <a:defRPr sz="2000">
          <a:solidFill>
            <a:schemeClr val="tx1"/>
          </a:solidFill>
          <a:latin typeface="+mn-lt"/>
        </a:defRPr>
      </a:lvl9pPr>
    </p:bodyStyle>
    <p:otherStyle>
      <a:defPPr>
        <a:defRPr lang="da-DK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4" orient="horz" pos="3715" userDrawn="1">
          <p15:clr>
            <a:srgbClr val="000000"/>
          </p15:clr>
        </p15:guide>
        <p15:guide id="5" orient="horz" pos="4131" userDrawn="1">
          <p15:clr>
            <a:srgbClr val="A4A3A4"/>
          </p15:clr>
        </p15:guide>
        <p15:guide id="6" pos="7479" userDrawn="1">
          <p15:clr>
            <a:srgbClr val="A4A3A4"/>
          </p15:clr>
        </p15:guide>
        <p15:guide id="7" orient="horz" pos="1234" userDrawn="1">
          <p15:clr>
            <a:srgbClr val="000000"/>
          </p15:clr>
        </p15:guide>
        <p15:guide id="8" pos="7059" userDrawn="1">
          <p15:clr>
            <a:srgbClr val="000000"/>
          </p15:clr>
        </p15:guide>
        <p15:guide id="9" pos="199" userDrawn="1">
          <p15:clr>
            <a:srgbClr val="A4A3A4"/>
          </p15:clr>
        </p15:guide>
        <p15:guide id="10" pos="621" userDrawn="1">
          <p15:clr>
            <a:srgbClr val="000000"/>
          </p15:clr>
        </p15:guide>
        <p15:guide id="11" orient="horz" pos="199" userDrawn="1">
          <p15:clr>
            <a:srgbClr val="A4A3A4"/>
          </p15:clr>
        </p15:guide>
      </p15:sldGuideLst>
    </p:ext>
  </p:extLst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tags" Target="../tags/tag1.xml"/><Relationship Id="rId2" Type="http://schemas.openxmlformats.org/officeDocument/2006/relationships/customXml" Target="../../customXml/item6.xml"/><Relationship Id="rId1" Type="http://schemas.openxmlformats.org/officeDocument/2006/relationships/customXml" Target="../../customXml/item7.xml"/><Relationship Id="rId4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tags" Target="../tags/tag2.xml"/><Relationship Id="rId2" Type="http://schemas.openxmlformats.org/officeDocument/2006/relationships/customXml" Target="../../customXml/item3.xml"/><Relationship Id="rId1" Type="http://schemas.openxmlformats.org/officeDocument/2006/relationships/customXml" Target="../../customXml/item9.xml"/><Relationship Id="rId4" Type="http://schemas.openxmlformats.org/officeDocument/2006/relationships/slideLayout" Target="../slideLayouts/slideLayout4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tags" Target="../tags/tag3.xml"/><Relationship Id="rId2" Type="http://schemas.openxmlformats.org/officeDocument/2006/relationships/customXml" Target="../../customXml/item12.xml"/><Relationship Id="rId1" Type="http://schemas.openxmlformats.org/officeDocument/2006/relationships/customXml" Target="../../customXml/item4.xml"/><Relationship Id="rId5" Type="http://schemas.openxmlformats.org/officeDocument/2006/relationships/notesSlide" Target="../notesSlides/notesSlide1.xml"/><Relationship Id="rId4" Type="http://schemas.openxmlformats.org/officeDocument/2006/relationships/slideLayout" Target="../slideLayouts/slideLayout5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svg"/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4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svg"/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4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4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svg"/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4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8.png"/><Relationship Id="rId1" Type="http://schemas.openxmlformats.org/officeDocument/2006/relationships/slideLayout" Target="../slideLayouts/slideLayout4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13.xml"/><Relationship Id="rId2" Type="http://schemas.openxmlformats.org/officeDocument/2006/relationships/customXml" Target="../../customXml/item11.xml"/><Relationship Id="rId1" Type="http://schemas.openxmlformats.org/officeDocument/2006/relationships/customXml" Target="../../customXml/item1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tags" Target="../tags/tag4.xml"/><Relationship Id="rId2" Type="http://schemas.openxmlformats.org/officeDocument/2006/relationships/customXml" Target="../../customXml/item8.xml"/><Relationship Id="rId1" Type="http://schemas.openxmlformats.org/officeDocument/2006/relationships/customXml" Target="../../customXml/item2.xml"/><Relationship Id="rId5" Type="http://schemas.openxmlformats.org/officeDocument/2006/relationships/notesSlide" Target="../notesSlides/notesSlide2.xml"/><Relationship Id="rId4" Type="http://schemas.openxmlformats.org/officeDocument/2006/relationships/slideLayout" Target="../slideLayouts/slideLayout2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ctrTitle"/>
          </p:nvPr>
        </p:nvSpPr>
        <p:spPr>
          <a:xfrm>
            <a:off x="985838" y="620688"/>
            <a:ext cx="10220325" cy="1661993"/>
          </a:xfrm>
        </p:spPr>
        <p:txBody>
          <a:bodyPr/>
          <a:lstStyle/>
          <a:p>
            <a:r>
              <a:rPr lang="da-DK" sz="4000" noProof="0" dirty="0" err="1"/>
              <a:t>Discrete</a:t>
            </a:r>
            <a:r>
              <a:rPr lang="da-DK" sz="4000" noProof="0" dirty="0"/>
              <a:t> </a:t>
            </a:r>
            <a:r>
              <a:rPr lang="da-DK" sz="4000" noProof="0" dirty="0" err="1"/>
              <a:t>Denoising</a:t>
            </a:r>
            <a:r>
              <a:rPr lang="da-DK" sz="4000" noProof="0" dirty="0"/>
              <a:t> Diffusion </a:t>
            </a:r>
            <a:r>
              <a:rPr lang="da-DK" sz="4000" noProof="0" dirty="0" err="1"/>
              <a:t>Probabilistic</a:t>
            </a:r>
            <a:r>
              <a:rPr lang="da-DK" sz="4000" noProof="0" dirty="0"/>
              <a:t> models </a:t>
            </a:r>
            <a:r>
              <a:rPr lang="da-DK" sz="4000" b="0" noProof="0" dirty="0"/>
              <a:t>–</a:t>
            </a:r>
            <a:r>
              <a:rPr lang="da-DK" sz="4000" noProof="0" dirty="0"/>
              <a:t> </a:t>
            </a:r>
            <a:r>
              <a:rPr lang="da-DK" sz="4000" b="0" i="1" u="sng" noProof="0" dirty="0"/>
              <a:t>in inverse design of metal </a:t>
            </a:r>
            <a:r>
              <a:rPr lang="da-DK" sz="4000" b="0" i="1" u="sng" noProof="0" dirty="0" err="1"/>
              <a:t>alloy</a:t>
            </a:r>
            <a:r>
              <a:rPr lang="da-DK" sz="4000" b="0" i="1" u="sng" noProof="0" dirty="0"/>
              <a:t> </a:t>
            </a:r>
            <a:r>
              <a:rPr lang="da-DK" sz="4000" b="0" i="1" u="sng" noProof="0" dirty="0" err="1"/>
              <a:t>catalysts</a:t>
            </a:r>
            <a:r>
              <a:rPr lang="da-DK" sz="4000" b="0" i="1" u="sng" noProof="0" dirty="0"/>
              <a:t> </a:t>
            </a:r>
          </a:p>
        </p:txBody>
      </p:sp>
    </p:spTree>
    <p:custDataLst>
      <p:custData r:id="rId1"/>
      <p:custData r:id="rId2"/>
      <p:tags r:id="rId3"/>
    </p:custDataLst>
    <p:extLst>
      <p:ext uri="{BB962C8B-B14F-4D97-AF65-F5344CB8AC3E}">
        <p14:creationId xmlns:p14="http://schemas.microsoft.com/office/powerpoint/2010/main" val="948320703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a-DK" noProof="0" dirty="0" err="1"/>
              <a:t>Outline</a:t>
            </a:r>
            <a:endParaRPr lang="da-DK" noProof="0" dirty="0"/>
          </a:p>
        </p:txBody>
      </p:sp>
      <p:sp>
        <p:nvSpPr>
          <p:cNvPr id="5" name="Content Placeholder 4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342900" indent="-342900">
              <a:buFont typeface="Arial" panose="020B0604020202020204" pitchFamily="34" charset="0"/>
              <a:buChar char="•"/>
            </a:pPr>
            <a:r>
              <a:rPr lang="da-DK" dirty="0" err="1"/>
              <a:t>Introduction</a:t>
            </a:r>
            <a:endParaRPr lang="da-DK" noProof="0" dirty="0"/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da-DK" noProof="0" dirty="0"/>
              <a:t>Problem statement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da-DK" dirty="0"/>
              <a:t>Diffusion models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da-DK" noProof="0" dirty="0" err="1"/>
              <a:t>Implementation</a:t>
            </a:r>
            <a:endParaRPr lang="da-DK" noProof="0" dirty="0"/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da-DK" dirty="0"/>
              <a:t>Main </a:t>
            </a:r>
            <a:r>
              <a:rPr lang="da-DK" dirty="0" err="1"/>
              <a:t>results</a:t>
            </a:r>
            <a:r>
              <a:rPr lang="da-DK" dirty="0"/>
              <a:t> &amp; </a:t>
            </a:r>
            <a:r>
              <a:rPr lang="da-DK" dirty="0" err="1"/>
              <a:t>discussion</a:t>
            </a:r>
            <a:endParaRPr lang="da-DK" dirty="0"/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da-DK" noProof="0" dirty="0" err="1"/>
              <a:t>Concluding</a:t>
            </a:r>
            <a:r>
              <a:rPr lang="da-DK" noProof="0" dirty="0"/>
              <a:t> rem</a:t>
            </a:r>
            <a:r>
              <a:rPr lang="da-DK" dirty="0"/>
              <a:t>arks</a:t>
            </a:r>
            <a:endParaRPr lang="da-DK" noProof="0" dirty="0"/>
          </a:p>
          <a:p>
            <a:pPr marL="342900" indent="-342900">
              <a:buFont typeface="Arial" panose="020B0604020202020204" pitchFamily="34" charset="0"/>
              <a:buChar char="•"/>
            </a:pPr>
            <a:endParaRPr lang="da-DK" noProof="0" dirty="0"/>
          </a:p>
        </p:txBody>
      </p:sp>
    </p:spTree>
    <p:custDataLst>
      <p:custData r:id="rId1"/>
      <p:custData r:id="rId2"/>
      <p:tags r:id="rId3"/>
    </p:custDataLst>
    <p:extLst>
      <p:ext uri="{BB962C8B-B14F-4D97-AF65-F5344CB8AC3E}">
        <p14:creationId xmlns:p14="http://schemas.microsoft.com/office/powerpoint/2010/main" val="2813365767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a-DK" noProof="0" dirty="0" err="1"/>
              <a:t>Introduction</a:t>
            </a:r>
            <a:endParaRPr lang="da-DK" noProof="0" dirty="0"/>
          </a:p>
        </p:txBody>
      </p:sp>
      <p:sp>
        <p:nvSpPr>
          <p:cNvPr id="5" name="Content Placeholder 4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342900" indent="-342900">
              <a:buFont typeface="Arial" panose="020B0604020202020204" pitchFamily="34" charset="0"/>
              <a:buChar char="•"/>
            </a:pPr>
            <a:r>
              <a:rPr lang="da-DK" b="1" noProof="0" dirty="0" err="1"/>
              <a:t>Climate</a:t>
            </a:r>
            <a:r>
              <a:rPr lang="da-DK" b="1" noProof="0" dirty="0"/>
              <a:t> </a:t>
            </a:r>
            <a:r>
              <a:rPr lang="da-DK" b="1" noProof="0" dirty="0" err="1"/>
              <a:t>change</a:t>
            </a:r>
            <a:endParaRPr lang="da-DK" b="1" noProof="0" dirty="0"/>
          </a:p>
        </p:txBody>
      </p:sp>
    </p:spTree>
    <p:custDataLst>
      <p:custData r:id="rId1"/>
      <p:custData r:id="rId2"/>
      <p:tags r:id="rId3"/>
    </p:custDataLst>
    <p:extLst>
      <p:ext uri="{BB962C8B-B14F-4D97-AF65-F5344CB8AC3E}">
        <p14:creationId xmlns:p14="http://schemas.microsoft.com/office/powerpoint/2010/main" val="3535925220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89C49794-A64E-4298-C055-AD56FCB0FE7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a-DK" dirty="0"/>
              <a:t>Problem statement</a:t>
            </a:r>
          </a:p>
        </p:txBody>
      </p:sp>
      <p:sp>
        <p:nvSpPr>
          <p:cNvPr id="3" name="Pladsholder til indhold 2">
            <a:extLst>
              <a:ext uri="{FF2B5EF4-FFF2-40B4-BE49-F238E27FC236}">
                <a16:creationId xmlns:a16="http://schemas.microsoft.com/office/drawing/2014/main" id="{9B1E940A-E534-F769-89D9-58F62F30E57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lnSpc>
                <a:spcPct val="150000"/>
              </a:lnSpc>
            </a:pPr>
            <a:r>
              <a:rPr lang="en-US" i="1" dirty="0"/>
              <a:t>“We will extend on the previous work \cite{</a:t>
            </a:r>
            <a:r>
              <a:rPr lang="en-US" i="1" dirty="0" err="1"/>
              <a:t>cheula_saas</a:t>
            </a:r>
            <a:r>
              <a:rPr lang="en-US" i="1" dirty="0"/>
              <a:t>} on  Single Atomic Alloys (SAAs). We will try to answer how a diffusion model can be integrated into a traditional search algorithm to find good catalysts. We will restrict the problem to only considering the atomic species of the 100 and 111 </a:t>
            </a:r>
            <a:r>
              <a:rPr lang="en-US" i="1" dirty="0" err="1"/>
              <a:t>fcc</a:t>
            </a:r>
            <a:r>
              <a:rPr lang="en-US" i="1" dirty="0"/>
              <a:t> surfaces. To do this, we must implement a diffusion model and understand its inner workings. We will also try to answer how they can be used when multiple properties are desired. In our case, stability and reaction rate.”</a:t>
            </a:r>
            <a:endParaRPr lang="da-DK" i="1" dirty="0"/>
          </a:p>
        </p:txBody>
      </p:sp>
      <p:sp>
        <p:nvSpPr>
          <p:cNvPr id="4" name="Pladsholder til dato 3">
            <a:extLst>
              <a:ext uri="{FF2B5EF4-FFF2-40B4-BE49-F238E27FC236}">
                <a16:creationId xmlns:a16="http://schemas.microsoft.com/office/drawing/2014/main" id="{E6D3285D-8D31-9A2D-3F73-ED5CE041404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0D9607F-6FE8-46A1-A399-B2AF355F9D72}" type="datetime1">
              <a:rPr lang="da-DK" smtClean="0"/>
              <a:t>03-06-2026</a:t>
            </a:fld>
            <a:endParaRPr lang="da-DK" dirty="0"/>
          </a:p>
        </p:txBody>
      </p:sp>
    </p:spTree>
    <p:extLst>
      <p:ext uri="{BB962C8B-B14F-4D97-AF65-F5344CB8AC3E}">
        <p14:creationId xmlns:p14="http://schemas.microsoft.com/office/powerpoint/2010/main" val="1140170818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BF9B3C35-F554-1BE5-0E63-C440F506EE4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a-DK" dirty="0"/>
              <a:t>Diffusion models</a:t>
            </a:r>
          </a:p>
        </p:txBody>
      </p:sp>
      <p:sp>
        <p:nvSpPr>
          <p:cNvPr id="3" name="Pladsholder til indhold 2">
            <a:extLst>
              <a:ext uri="{FF2B5EF4-FFF2-40B4-BE49-F238E27FC236}">
                <a16:creationId xmlns:a16="http://schemas.microsoft.com/office/drawing/2014/main" id="{9776158E-1EA2-9F24-322A-49C2E0E529C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da-DK"/>
          </a:p>
        </p:txBody>
      </p:sp>
      <p:sp>
        <p:nvSpPr>
          <p:cNvPr id="4" name="Pladsholder til dato 3">
            <a:extLst>
              <a:ext uri="{FF2B5EF4-FFF2-40B4-BE49-F238E27FC236}">
                <a16:creationId xmlns:a16="http://schemas.microsoft.com/office/drawing/2014/main" id="{0B547133-81F5-C9E8-3878-3955A260172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7B16CDE-95A7-4B76-AC24-5DD1281AC3B4}" type="datetime1">
              <a:rPr lang="da-DK" smtClean="0"/>
              <a:t>03-06-2026</a:t>
            </a:fld>
            <a:endParaRPr lang="da-DK" dirty="0"/>
          </a:p>
        </p:txBody>
      </p:sp>
    </p:spTree>
    <p:extLst>
      <p:ext uri="{BB962C8B-B14F-4D97-AF65-F5344CB8AC3E}">
        <p14:creationId xmlns:p14="http://schemas.microsoft.com/office/powerpoint/2010/main" val="301104243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195C8842-1949-4DFC-AB19-D157177870D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a-DK" dirty="0" err="1"/>
              <a:t>Implementation</a:t>
            </a:r>
            <a:endParaRPr lang="da-DK" dirty="0"/>
          </a:p>
        </p:txBody>
      </p:sp>
      <p:sp>
        <p:nvSpPr>
          <p:cNvPr id="3" name="Pladsholder til indhold 2">
            <a:extLst>
              <a:ext uri="{FF2B5EF4-FFF2-40B4-BE49-F238E27FC236}">
                <a16:creationId xmlns:a16="http://schemas.microsoft.com/office/drawing/2014/main" id="{964C60AF-409F-C091-E034-34F030FF3E9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da-DK"/>
          </a:p>
        </p:txBody>
      </p:sp>
      <p:sp>
        <p:nvSpPr>
          <p:cNvPr id="4" name="Pladsholder til dato 3">
            <a:extLst>
              <a:ext uri="{FF2B5EF4-FFF2-40B4-BE49-F238E27FC236}">
                <a16:creationId xmlns:a16="http://schemas.microsoft.com/office/drawing/2014/main" id="{DB372499-358A-34C7-26AC-05C52714868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F7C4603-1403-47A3-A603-AFF51D07CC91}" type="datetime1">
              <a:rPr lang="da-DK" smtClean="0"/>
              <a:t>03-06-2026</a:t>
            </a:fld>
            <a:endParaRPr lang="da-DK" dirty="0"/>
          </a:p>
        </p:txBody>
      </p:sp>
    </p:spTree>
    <p:extLst>
      <p:ext uri="{BB962C8B-B14F-4D97-AF65-F5344CB8AC3E}">
        <p14:creationId xmlns:p14="http://schemas.microsoft.com/office/powerpoint/2010/main" val="3355098787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EA2C088B-3709-65DC-4E9C-28A4D35EE04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a-DK" dirty="0"/>
              <a:t>Main </a:t>
            </a:r>
            <a:r>
              <a:rPr lang="da-DK" dirty="0" err="1"/>
              <a:t>results</a:t>
            </a:r>
            <a:endParaRPr lang="da-DK" dirty="0"/>
          </a:p>
        </p:txBody>
      </p:sp>
      <p:pic>
        <p:nvPicPr>
          <p:cNvPr id="6" name="Pladsholder til indhold 5">
            <a:extLst>
              <a:ext uri="{FF2B5EF4-FFF2-40B4-BE49-F238E27FC236}">
                <a16:creationId xmlns:a16="http://schemas.microsoft.com/office/drawing/2014/main" id="{374176C8-421A-FD43-BC1E-69BE45C36601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581812" y="1783259"/>
            <a:ext cx="9025200" cy="4140000"/>
          </a:xfrm>
        </p:spPr>
      </p:pic>
      <p:sp>
        <p:nvSpPr>
          <p:cNvPr id="4" name="Pladsholder til dato 3">
            <a:extLst>
              <a:ext uri="{FF2B5EF4-FFF2-40B4-BE49-F238E27FC236}">
                <a16:creationId xmlns:a16="http://schemas.microsoft.com/office/drawing/2014/main" id="{B1A29E85-380C-377D-79FA-DCF134530B7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A25F783-37A3-4FDF-B0A4-3DCF78A1F576}" type="datetime1">
              <a:rPr lang="da-DK" smtClean="0"/>
              <a:t>03-06-2026</a:t>
            </a:fld>
            <a:endParaRPr lang="da-DK" dirty="0"/>
          </a:p>
        </p:txBody>
      </p:sp>
    </p:spTree>
    <p:extLst>
      <p:ext uri="{BB962C8B-B14F-4D97-AF65-F5344CB8AC3E}">
        <p14:creationId xmlns:p14="http://schemas.microsoft.com/office/powerpoint/2010/main" val="32999733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C2DEF6AD-A162-8844-6DAC-171BA68FDA2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a-DK" dirty="0"/>
              <a:t>Main </a:t>
            </a:r>
            <a:r>
              <a:rPr lang="da-DK" dirty="0" err="1"/>
              <a:t>results</a:t>
            </a:r>
            <a:endParaRPr lang="da-DK" dirty="0"/>
          </a:p>
        </p:txBody>
      </p:sp>
      <p:pic>
        <p:nvPicPr>
          <p:cNvPr id="6" name="Pladsholder til indhold 5">
            <a:extLst>
              <a:ext uri="{FF2B5EF4-FFF2-40B4-BE49-F238E27FC236}">
                <a16:creationId xmlns:a16="http://schemas.microsoft.com/office/drawing/2014/main" id="{B9C05493-EEB6-22D3-EC8D-8533DDC947FC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581812" y="1754194"/>
            <a:ext cx="9025200" cy="4140000"/>
          </a:xfrm>
        </p:spPr>
      </p:pic>
      <p:sp>
        <p:nvSpPr>
          <p:cNvPr id="4" name="Pladsholder til dato 3">
            <a:extLst>
              <a:ext uri="{FF2B5EF4-FFF2-40B4-BE49-F238E27FC236}">
                <a16:creationId xmlns:a16="http://schemas.microsoft.com/office/drawing/2014/main" id="{BFF45F53-A411-6297-F6D7-E20B6B2440D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7633D50-7C47-40EB-8713-EF433D7A7006}" type="datetime1">
              <a:rPr lang="da-DK" smtClean="0"/>
              <a:t>03-06-2026</a:t>
            </a:fld>
            <a:endParaRPr lang="da-DK" dirty="0"/>
          </a:p>
        </p:txBody>
      </p:sp>
    </p:spTree>
    <p:extLst>
      <p:ext uri="{BB962C8B-B14F-4D97-AF65-F5344CB8AC3E}">
        <p14:creationId xmlns:p14="http://schemas.microsoft.com/office/powerpoint/2010/main" val="1408005184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958CD3DB-67AA-5CC4-15DE-4DA36502F4F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a-DK" dirty="0"/>
              <a:t>Main </a:t>
            </a:r>
            <a:r>
              <a:rPr lang="da-DK" dirty="0" err="1"/>
              <a:t>results</a:t>
            </a:r>
            <a:endParaRPr lang="da-DK" dirty="0"/>
          </a:p>
        </p:txBody>
      </p:sp>
      <p:pic>
        <p:nvPicPr>
          <p:cNvPr id="6" name="Pladsholder til indhold 5" descr="Et billede, der indeholder tekst, skærmbillede, Farverigt, mønster&#10;&#10;AI-genereret indhold kan være ukorrekt.">
            <a:extLst>
              <a:ext uri="{FF2B5EF4-FFF2-40B4-BE49-F238E27FC236}">
                <a16:creationId xmlns:a16="http://schemas.microsoft.com/office/drawing/2014/main" id="{825F58B0-C21A-9D2D-7655-7302687DF350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475889" y="332656"/>
            <a:ext cx="5574208" cy="5901854"/>
          </a:xfrm>
        </p:spPr>
      </p:pic>
      <p:sp>
        <p:nvSpPr>
          <p:cNvPr id="4" name="Pladsholder til dato 3">
            <a:extLst>
              <a:ext uri="{FF2B5EF4-FFF2-40B4-BE49-F238E27FC236}">
                <a16:creationId xmlns:a16="http://schemas.microsoft.com/office/drawing/2014/main" id="{252A9DD3-49C7-D2B7-42DF-D5F1317CFDD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8BF3C83-0AF9-414D-934B-968BE636E83C}" type="datetime1">
              <a:rPr lang="da-DK" smtClean="0"/>
              <a:t>03-06-2026</a:t>
            </a:fld>
            <a:endParaRPr lang="da-DK" dirty="0"/>
          </a:p>
        </p:txBody>
      </p:sp>
    </p:spTree>
    <p:extLst>
      <p:ext uri="{BB962C8B-B14F-4D97-AF65-F5344CB8AC3E}">
        <p14:creationId xmlns:p14="http://schemas.microsoft.com/office/powerpoint/2010/main" val="52301074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B140F199-A042-A46E-F368-31DBDB310CA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a-DK" dirty="0"/>
              <a:t>Main </a:t>
            </a:r>
            <a:r>
              <a:rPr lang="da-DK" dirty="0" err="1"/>
              <a:t>results</a:t>
            </a:r>
            <a:endParaRPr lang="da-DK" dirty="0"/>
          </a:p>
        </p:txBody>
      </p:sp>
      <p:pic>
        <p:nvPicPr>
          <p:cNvPr id="6" name="Pladsholder til indhold 5">
            <a:extLst>
              <a:ext uri="{FF2B5EF4-FFF2-40B4-BE49-F238E27FC236}">
                <a16:creationId xmlns:a16="http://schemas.microsoft.com/office/drawing/2014/main" id="{98B36123-127C-563C-31D1-825991D01963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831134" y="1916832"/>
            <a:ext cx="8526555" cy="4058492"/>
          </a:xfrm>
        </p:spPr>
      </p:pic>
      <p:sp>
        <p:nvSpPr>
          <p:cNvPr id="4" name="Pladsholder til dato 3">
            <a:extLst>
              <a:ext uri="{FF2B5EF4-FFF2-40B4-BE49-F238E27FC236}">
                <a16:creationId xmlns:a16="http://schemas.microsoft.com/office/drawing/2014/main" id="{2026F97C-8AAC-A74C-893B-D64EF0EF4C7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3A4AE42-1772-45EA-A5B5-4B60E900A53A}" type="datetime1">
              <a:rPr lang="da-DK" smtClean="0"/>
              <a:t>03-06-2026</a:t>
            </a:fld>
            <a:endParaRPr lang="da-DK" dirty="0"/>
          </a:p>
        </p:txBody>
      </p:sp>
    </p:spTree>
    <p:extLst>
      <p:ext uri="{BB962C8B-B14F-4D97-AF65-F5344CB8AC3E}">
        <p14:creationId xmlns:p14="http://schemas.microsoft.com/office/powerpoint/2010/main" val="653694952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B021288F-8536-FCF2-E1FD-D4263CEDABD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a-DK" dirty="0"/>
              <a:t>Main </a:t>
            </a:r>
            <a:r>
              <a:rPr lang="da-DK" dirty="0" err="1"/>
              <a:t>results</a:t>
            </a:r>
            <a:endParaRPr lang="da-DK" dirty="0"/>
          </a:p>
        </p:txBody>
      </p:sp>
      <p:pic>
        <p:nvPicPr>
          <p:cNvPr id="6" name="Pladsholder til indhold 5" descr="Et billede, der indeholder skærmbillede, Farverigt, mønster, Parallel&#10;&#10;AI-genereret indhold kan være ukorrekt.">
            <a:extLst>
              <a:ext uri="{FF2B5EF4-FFF2-40B4-BE49-F238E27FC236}">
                <a16:creationId xmlns:a16="http://schemas.microsoft.com/office/drawing/2014/main" id="{3D8A6319-DE9A-721E-D2F5-D8FDF5DE9E2A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672113" y="476672"/>
            <a:ext cx="7200800" cy="5280206"/>
          </a:xfrm>
        </p:spPr>
      </p:pic>
      <p:sp>
        <p:nvSpPr>
          <p:cNvPr id="4" name="Pladsholder til dato 3">
            <a:extLst>
              <a:ext uri="{FF2B5EF4-FFF2-40B4-BE49-F238E27FC236}">
                <a16:creationId xmlns:a16="http://schemas.microsoft.com/office/drawing/2014/main" id="{8040D81A-6802-ABE8-6C47-6BD324EA2DA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62AACE8-395E-46D6-8C8D-296E9727DB83}" type="datetime1">
              <a:rPr lang="da-DK" smtClean="0"/>
              <a:t>03-06-2026</a:t>
            </a:fld>
            <a:endParaRPr lang="da-DK" dirty="0"/>
          </a:p>
        </p:txBody>
      </p:sp>
    </p:spTree>
    <p:extLst>
      <p:ext uri="{BB962C8B-B14F-4D97-AF65-F5344CB8AC3E}">
        <p14:creationId xmlns:p14="http://schemas.microsoft.com/office/powerpoint/2010/main" val="4003661533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C7DA86CF-BD7F-8BAD-F37C-56D8C90B2A3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a-DK" dirty="0"/>
              <a:t>Main </a:t>
            </a:r>
            <a:r>
              <a:rPr lang="da-DK" dirty="0" err="1"/>
              <a:t>results</a:t>
            </a:r>
            <a:endParaRPr lang="da-DK" dirty="0"/>
          </a:p>
        </p:txBody>
      </p:sp>
      <p:sp>
        <p:nvSpPr>
          <p:cNvPr id="4" name="Pladsholder til dato 3">
            <a:extLst>
              <a:ext uri="{FF2B5EF4-FFF2-40B4-BE49-F238E27FC236}">
                <a16:creationId xmlns:a16="http://schemas.microsoft.com/office/drawing/2014/main" id="{FB3E12AA-BC4D-41DE-835F-57D27CC0CDE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EA4D22D-4AFB-42AB-935A-CE7490742ECA}" type="datetime1">
              <a:rPr lang="da-DK" smtClean="0"/>
              <a:t>03-06-2026</a:t>
            </a:fld>
            <a:endParaRPr lang="da-DK" dirty="0"/>
          </a:p>
        </p:txBody>
      </p:sp>
      <p:sp>
        <p:nvSpPr>
          <p:cNvPr id="27" name="Pladsholder til indhold 26">
            <a:extLst>
              <a:ext uri="{FF2B5EF4-FFF2-40B4-BE49-F238E27FC236}">
                <a16:creationId xmlns:a16="http://schemas.microsoft.com/office/drawing/2014/main" id="{E956FF2D-CF12-02E2-C5CC-2F728B777DB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da-DK" dirty="0"/>
          </a:p>
        </p:txBody>
      </p:sp>
    </p:spTree>
    <p:extLst>
      <p:ext uri="{BB962C8B-B14F-4D97-AF65-F5344CB8AC3E}">
        <p14:creationId xmlns:p14="http://schemas.microsoft.com/office/powerpoint/2010/main" val="506151896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13740FFF-1F42-D553-AEFB-89CC8BD5C53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da-DK"/>
          </a:p>
        </p:txBody>
      </p:sp>
      <p:sp>
        <p:nvSpPr>
          <p:cNvPr id="3" name="Pladsholder til indhold 2">
            <a:extLst>
              <a:ext uri="{FF2B5EF4-FFF2-40B4-BE49-F238E27FC236}">
                <a16:creationId xmlns:a16="http://schemas.microsoft.com/office/drawing/2014/main" id="{944B0957-EBCD-3F19-DE3E-1221C84D06F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da-DK"/>
          </a:p>
        </p:txBody>
      </p:sp>
      <p:sp>
        <p:nvSpPr>
          <p:cNvPr id="4" name="Pladsholder til dato 3">
            <a:extLst>
              <a:ext uri="{FF2B5EF4-FFF2-40B4-BE49-F238E27FC236}">
                <a16:creationId xmlns:a16="http://schemas.microsoft.com/office/drawing/2014/main" id="{24270D60-A9E0-2820-948D-DA48660D4B4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B4115A6-11E2-42A2-A1B8-7F60C35E1CC3}" type="datetime1">
              <a:rPr lang="da-DK" smtClean="0"/>
              <a:t>03-06-2026</a:t>
            </a:fld>
            <a:endParaRPr lang="da-DK" dirty="0"/>
          </a:p>
        </p:txBody>
      </p:sp>
    </p:spTree>
    <p:extLst>
      <p:ext uri="{BB962C8B-B14F-4D97-AF65-F5344CB8AC3E}">
        <p14:creationId xmlns:p14="http://schemas.microsoft.com/office/powerpoint/2010/main" val="2617346416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F2B2447A-EF0A-AFC9-7F90-124EF314771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da-DK" dirty="0"/>
          </a:p>
        </p:txBody>
      </p:sp>
      <p:sp>
        <p:nvSpPr>
          <p:cNvPr id="3" name="Pladsholder til indhold 2">
            <a:extLst>
              <a:ext uri="{FF2B5EF4-FFF2-40B4-BE49-F238E27FC236}">
                <a16:creationId xmlns:a16="http://schemas.microsoft.com/office/drawing/2014/main" id="{26E6BA2F-CEC1-D8B5-6948-3668B261A88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da-DK"/>
          </a:p>
        </p:txBody>
      </p:sp>
      <p:sp>
        <p:nvSpPr>
          <p:cNvPr id="4" name="Pladsholder til dato 3">
            <a:extLst>
              <a:ext uri="{FF2B5EF4-FFF2-40B4-BE49-F238E27FC236}">
                <a16:creationId xmlns:a16="http://schemas.microsoft.com/office/drawing/2014/main" id="{D5D91462-8237-D031-49BF-13E0A66467B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71C7642-A9D5-491E-A962-F28AA5F860E1}" type="datetime1">
              <a:rPr lang="da-DK" smtClean="0"/>
              <a:t>03-06-2026</a:t>
            </a:fld>
            <a:endParaRPr lang="da-DK" dirty="0"/>
          </a:p>
        </p:txBody>
      </p:sp>
    </p:spTree>
    <p:extLst>
      <p:ext uri="{BB962C8B-B14F-4D97-AF65-F5344CB8AC3E}">
        <p14:creationId xmlns:p14="http://schemas.microsoft.com/office/powerpoint/2010/main" val="4227067168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BF59D87E-5BA0-EC5B-E545-E20BA1CBA0B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a-DK" dirty="0" err="1"/>
              <a:t>Concluding</a:t>
            </a:r>
            <a:r>
              <a:rPr lang="da-DK" dirty="0"/>
              <a:t> </a:t>
            </a:r>
            <a:r>
              <a:rPr lang="da-DK" dirty="0" err="1"/>
              <a:t>remarks</a:t>
            </a:r>
            <a:endParaRPr lang="da-DK" dirty="0"/>
          </a:p>
        </p:txBody>
      </p:sp>
      <p:sp>
        <p:nvSpPr>
          <p:cNvPr id="3" name="Pladsholder til indhold 2">
            <a:extLst>
              <a:ext uri="{FF2B5EF4-FFF2-40B4-BE49-F238E27FC236}">
                <a16:creationId xmlns:a16="http://schemas.microsoft.com/office/drawing/2014/main" id="{4A57F6FA-66F8-A315-4442-0086DD41A8F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da-DK"/>
          </a:p>
        </p:txBody>
      </p:sp>
      <p:sp>
        <p:nvSpPr>
          <p:cNvPr id="4" name="Pladsholder til dato 3">
            <a:extLst>
              <a:ext uri="{FF2B5EF4-FFF2-40B4-BE49-F238E27FC236}">
                <a16:creationId xmlns:a16="http://schemas.microsoft.com/office/drawing/2014/main" id="{D827A06F-FB3D-2499-CA1B-CE264B0B425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F19E62D-215C-46BE-A0FB-CF6E4E6145B7}" type="datetime1">
              <a:rPr lang="da-DK" smtClean="0"/>
              <a:t>03-06-2026</a:t>
            </a:fld>
            <a:endParaRPr lang="da-DK" dirty="0"/>
          </a:p>
        </p:txBody>
      </p:sp>
    </p:spTree>
    <p:extLst>
      <p:ext uri="{BB962C8B-B14F-4D97-AF65-F5344CB8AC3E}">
        <p14:creationId xmlns:p14="http://schemas.microsoft.com/office/powerpoint/2010/main" val="1417750465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3"/>
          </p:nvPr>
        </p:nvSpPr>
        <p:spPr/>
        <p:txBody>
          <a:bodyPr/>
          <a:lstStyle/>
          <a:p>
            <a:fld id="{EBD85B7D-E9A5-49E0-8ACF-AF93CE3E556F}" type="datetime1">
              <a:rPr lang="da-DK" noProof="0" smtClean="0"/>
              <a:t>03-06-2026</a:t>
            </a:fld>
            <a:endParaRPr lang="da-DK" noProof="0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sz="quarter" idx="16"/>
          </p:nvPr>
        </p:nvSpPr>
        <p:spPr/>
        <p:txBody>
          <a:bodyPr/>
          <a:lstStyle/>
          <a:p>
            <a:pPr lvl="0"/>
            <a:r>
              <a:rPr lang="da-DK" noProof="0" dirty="0"/>
              <a:t>Insert Quote text, for next level ENTER and TAB</a:t>
            </a:r>
            <a:endParaRPr lang="da-DK" dirty="0"/>
          </a:p>
          <a:p>
            <a:pPr lvl="1"/>
            <a:r>
              <a:rPr lang="da-DK" noProof="0" dirty="0"/>
              <a:t>Insert Name</a:t>
            </a:r>
            <a:endParaRPr lang="da-DK" dirty="0"/>
          </a:p>
        </p:txBody>
      </p:sp>
    </p:spTree>
    <p:custDataLst>
      <p:custData r:id="rId1"/>
      <p:custData r:id="rId2"/>
    </p:custDataLst>
    <p:extLst>
      <p:ext uri="{BB962C8B-B14F-4D97-AF65-F5344CB8AC3E}">
        <p14:creationId xmlns:p14="http://schemas.microsoft.com/office/powerpoint/2010/main" val="1186159921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custDataLst>
      <p:custData r:id="rId1"/>
      <p:custData r:id="rId2"/>
      <p:tags r:id="rId3"/>
    </p:custDataLst>
    <p:extLst>
      <p:ext uri="{BB962C8B-B14F-4D97-AF65-F5344CB8AC3E}">
        <p14:creationId xmlns:p14="http://schemas.microsoft.com/office/powerpoint/2010/main" val="2139698179"/>
      </p:ext>
    </p:extLst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EMPLAFYSLIDEID" val="636235437374745988"/>
</p:tagLst>
</file>

<file path=ppt/tags/tag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EMPLAFYSLIDEID" val="636235437374902238"/>
</p:tagLst>
</file>

<file path=ppt/tags/tag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EMPLAFYSLIDEID" val="636235437375089291"/>
</p:tagLst>
</file>

<file path=ppt/tags/tag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EMPLAFYSLIDEID" val="636235437375566864"/>
</p:tagLst>
</file>

<file path=ppt/theme/theme1.xml><?xml version="1.0" encoding="utf-8"?>
<a:theme xmlns:a="http://schemas.openxmlformats.org/drawingml/2006/main" name="AU 16:9">
  <a:themeElements>
    <a:clrScheme name="01 AU Blue">
      <a:dk1>
        <a:srgbClr val="000000"/>
      </a:dk1>
      <a:lt1>
        <a:srgbClr val="FFFFFF"/>
      </a:lt1>
      <a:dk2>
        <a:srgbClr val="002546"/>
      </a:dk2>
      <a:lt2>
        <a:srgbClr val="002546"/>
      </a:lt2>
      <a:accent1>
        <a:srgbClr val="0A1449"/>
      </a:accent1>
      <a:accent2>
        <a:srgbClr val="183D83"/>
      </a:accent2>
      <a:accent3>
        <a:srgbClr val="87D1F4"/>
      </a:accent3>
      <a:accent4>
        <a:srgbClr val="33525F"/>
      </a:accent4>
      <a:accent5>
        <a:srgbClr val="548195"/>
      </a:accent5>
      <a:accent6>
        <a:srgbClr val="C6C6C6"/>
      </a:accent6>
      <a:hlink>
        <a:srgbClr val="03428E"/>
      </a:hlink>
      <a:folHlink>
        <a:srgbClr val="03428E"/>
      </a:folHlink>
    </a:clrScheme>
    <a:fontScheme name="AU Passata">
      <a:majorFont>
        <a:latin typeface="AU Passata"/>
        <a:ea typeface=""/>
        <a:cs typeface=""/>
      </a:majorFont>
      <a:minorFont>
        <a:latin typeface="AU Passata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 bwMode="auto">
        <a:solidFill>
          <a:schemeClr val="accent2"/>
        </a:solidFill>
        <a:ln w="1778" cap="flat" cmpd="sng" algn="ctr">
          <a:solidFill>
            <a:schemeClr val="accent2"/>
          </a:solidFill>
          <a:prstDash val="solid"/>
          <a:round/>
          <a:headEnd type="none" w="med" len="med"/>
          <a:tailEnd type="none" w="med" len="med"/>
        </a:ln>
        <a:effectLst/>
      </a:spPr>
      <a:bodyPr vert="horz" wrap="square" lIns="91440" tIns="45720" rIns="91440" bIns="45720" numCol="1" rtlCol="0" anchor="t" anchorCtr="0" compatLnSpc="1">
        <a:prstTxWarp prst="textNoShape">
          <a:avLst/>
        </a:prstTxWarp>
        <a:noAutofit/>
      </a:bodyPr>
      <a:lstStyle>
        <a:defPPr marL="0" marR="0" indent="0" algn="l" defTabSz="914400" rtl="0" eaLnBrk="1" fontAlgn="base" latinLnBrk="0" hangingPunct="1">
          <a:lnSpc>
            <a:spcPct val="95000"/>
          </a:lnSpc>
          <a:spcBef>
            <a:spcPct val="0"/>
          </a:spcBef>
          <a:spcAft>
            <a:spcPct val="0"/>
          </a:spcAft>
          <a:buClrTx/>
          <a:buSzTx/>
          <a:buFont typeface="AU Passata" pitchFamily="34" charset="0"/>
          <a:buNone/>
          <a:tabLst/>
          <a:defRPr kumimoji="0" sz="1600" b="0" i="0" u="none" strike="noStrike" cap="none" normalizeH="0" baseline="0" dirty="0" err="1">
            <a:ln>
              <a:noFill/>
            </a:ln>
            <a:solidFill>
              <a:schemeClr val="bg1"/>
            </a:solidFill>
            <a:effectLst/>
            <a:latin typeface="AU Passata" pitchFamily="34" charset="0"/>
          </a:defRPr>
        </a:defPPr>
      </a:lstStyle>
    </a:spDef>
    <a:lnDef>
      <a:spPr bwMode="auto">
        <a:xfrm>
          <a:off x="0" y="0"/>
          <a:ext cx="1" cy="1"/>
        </a:xfrm>
        <a:custGeom>
          <a:avLst/>
          <a:gdLst/>
          <a:ahLst/>
          <a:cxnLst/>
          <a:rect l="0" t="0" r="0" b="0"/>
          <a:pathLst/>
        </a:custGeom>
        <a:solidFill>
          <a:schemeClr val="accent2"/>
        </a:solidFill>
        <a:ln w="1778" cap="flat" cmpd="sng" algn="ctr">
          <a:solidFill>
            <a:schemeClr val="accent2"/>
          </a:solidFill>
          <a:prstDash val="solid"/>
          <a:round/>
          <a:headEnd type="none" w="med" len="med"/>
          <a:tailEnd type="none" w="med" len="med"/>
        </a:ln>
        <a:effectLst/>
      </a:spPr>
      <a:bodyPr vert="horz" wrap="none" lIns="91440" tIns="45720" rIns="91440" bIns="45720" numCol="1" anchor="t" anchorCtr="0" compatLnSpc="1">
        <a:prstTxWarp prst="textNoShape">
          <a:avLst/>
        </a:prstTxWarp>
        <a:spAutoFit/>
      </a:bodyPr>
      <a:lstStyle>
        <a:defPPr marL="0" marR="0" indent="0" algn="l" defTabSz="914400" rtl="0" eaLnBrk="1" fontAlgn="base" latinLnBrk="0" hangingPunct="1">
          <a:lnSpc>
            <a:spcPts val="3600"/>
          </a:lnSpc>
          <a:spcBef>
            <a:spcPct val="0"/>
          </a:spcBef>
          <a:spcAft>
            <a:spcPct val="0"/>
          </a:spcAft>
          <a:buClrTx/>
          <a:buSzTx/>
          <a:buFont typeface="AU Passata" pitchFamily="34" charset="0"/>
          <a:buNone/>
          <a:tabLst/>
          <a:defRPr kumimoji="0" lang="en-US" sz="3600" b="0" i="0" u="none" strike="noStrike" cap="none" normalizeH="0" baseline="0">
            <a:ln>
              <a:noFill/>
            </a:ln>
            <a:solidFill>
              <a:schemeClr val="tx1"/>
            </a:solidFill>
            <a:effectLst/>
            <a:latin typeface="AU Passata" pitchFamily="34" charset="0"/>
          </a:defRPr>
        </a:defPPr>
      </a:lstStyle>
    </a:lnDef>
    <a:txDef>
      <a:spPr>
        <a:noFill/>
      </a:spPr>
      <a:bodyPr wrap="square" lIns="0" tIns="0" rIns="0" bIns="0" rtlCol="0">
        <a:spAutoFit/>
      </a:bodyPr>
      <a:lstStyle>
        <a:defPPr>
          <a:lnSpc>
            <a:spcPct val="95000"/>
          </a:lnSpc>
          <a:defRPr sz="1600" dirty="0">
            <a:latin typeface="+mn-lt"/>
          </a:defRPr>
        </a:defPPr>
      </a:lstStyle>
    </a:txDef>
  </a:objectDefaults>
  <a:extraClrSchemeLst/>
  <a:extLst>
    <a:ext uri="{05A4C25C-085E-4340-85A3-A5531E510DB2}">
      <thm15:themeFamily xmlns:thm15="http://schemas.microsoft.com/office/thememl/2012/main" name="AU PowerPoint Template 16-9.potx" id="{7A6F7BDC-B87C-43B1-A03F-8FC29EB8E4AA}" vid="{0342C178-0357-4DD1-B9D7-A15D067ACA9C}"/>
    </a:ext>
  </a:extLst>
</a:theme>
</file>

<file path=ppt/theme/theme2.xml><?xml version="1.0" encoding="utf-8"?>
<a:theme xmlns:a="http://schemas.openxmlformats.org/drawingml/2006/main" name="Office Theme">
  <a:themeElements>
    <a:clrScheme name="">
      <a:dk1>
        <a:srgbClr val="000000"/>
      </a:dk1>
      <a:lt1>
        <a:srgbClr val="FFFFFF"/>
      </a:lt1>
      <a:dk2>
        <a:srgbClr val="000000"/>
      </a:dk2>
      <a:lt2>
        <a:srgbClr val="808080"/>
      </a:lt2>
      <a:accent1>
        <a:srgbClr val="BBE0E3"/>
      </a:accent1>
      <a:accent2>
        <a:srgbClr val="333399"/>
      </a:accent2>
      <a:accent3>
        <a:srgbClr val="FFFFFF"/>
      </a:accent3>
      <a:accent4>
        <a:srgbClr val="000000"/>
      </a:accent4>
      <a:accent5>
        <a:srgbClr val="DAEDEF"/>
      </a:accent5>
      <a:accent6>
        <a:srgbClr val="2D2D8A"/>
      </a:accent6>
      <a:hlink>
        <a:srgbClr val="009999"/>
      </a:hlink>
      <a:folHlink>
        <a:srgbClr val="99CC0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3.xml><?xml version="1.0" encoding="utf-8"?>
<a:theme xmlns:a="http://schemas.openxmlformats.org/drawingml/2006/main" name="Office Theme">
  <a:themeElements>
    <a:clrScheme name="">
      <a:dk1>
        <a:srgbClr val="000000"/>
      </a:dk1>
      <a:lt1>
        <a:srgbClr val="FFFFFF"/>
      </a:lt1>
      <a:dk2>
        <a:srgbClr val="000000"/>
      </a:dk2>
      <a:lt2>
        <a:srgbClr val="808080"/>
      </a:lt2>
      <a:accent1>
        <a:srgbClr val="BBE0E3"/>
      </a:accent1>
      <a:accent2>
        <a:srgbClr val="333399"/>
      </a:accent2>
      <a:accent3>
        <a:srgbClr val="FFFFFF"/>
      </a:accent3>
      <a:accent4>
        <a:srgbClr val="000000"/>
      </a:accent4>
      <a:accent5>
        <a:srgbClr val="DAEDEF"/>
      </a:accent5>
      <a:accent6>
        <a:srgbClr val="2D2D8A"/>
      </a:accent6>
      <a:hlink>
        <a:srgbClr val="009999"/>
      </a:hlink>
      <a:folHlink>
        <a:srgbClr val="99CC0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_rels/item4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4.xml"/></Relationships>
</file>

<file path=customXml/_rels/item5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5.xml"/></Relationships>
</file>

<file path=customXml/_rels/item6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6.xml"/></Relationships>
</file>

<file path=customXml/_rels/item7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7.xml"/></Relationships>
</file>

<file path=customXml/_rels/item8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8.xml"/></Relationships>
</file>

<file path=customXml/_rels/item9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9.xml"/></Relationships>
</file>

<file path=customXml/_rels/item10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0.xml"/></Relationships>
</file>

<file path=customXml/_rels/item1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1.xml"/></Relationships>
</file>

<file path=customXml/_rels/item1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2.xml"/></Relationships>
</file>

<file path=customXml/item1.xml><?xml version="1.0" encoding="utf-8"?>
<TemplafySlideFormConfiguration><![CDATA[{"formFields":[],"formDataEntries":[]}]]></TemplafySlideFormConfiguration>
</file>

<file path=customXml/item2.xml><?xml version="1.0" encoding="utf-8"?>
<TemplafySlideTemplateConfiguration><![CDATA[{"slideVersion":4,"isValidatorEnabled":false,"isLocked":false,"elementsMetadata":[{"type":"shape","elementConfiguration":{"binding":"{{UserProfile.UnitId.Logo1PowerPoint}}","visibility":"","type":"text","disableUpdates":false}}],"slideId":"638344221285170220","enableDocumentContentUpdater":false,"version":"2.0"}]]></TemplafySlideTemplateConfiguration>
</file>

<file path=customXml/item3.xml><?xml version="1.0" encoding="utf-8"?>
<TemplafySlideFormConfiguration><![CDATA[{"formFields":[],"formDataEntries":[]}]]></TemplafySlideFormConfiguration>
</file>

<file path=customXml/item4.xml><?xml version="1.0" encoding="utf-8"?>
<TemplafySlideFormConfiguration><![CDATA[{"formFields":[],"formDataEntries":[]}]]></TemplafySlideFormConfiguration>
</file>

<file path=customXml/item5.xml><?xml version="1.0" encoding="utf-8"?>
<TemplafyFormConfiguration><![CDATA[{"formFields":[{"required":true,"helpTexts":{},"spacing":{},"shareValue":false,"type":"datePicker","name":"Date","label":"Date"},{"required":false,"placeholder":"","lines":1,"helpTexts":{},"spacing":{},"shareValue":false,"type":"textBox","name":"EventOccasion","label":"Event / Occasion"},{"distinct":false,"hideIfNoUserInteractionRequired":false,"required":false,"defaultValue":"Blå","autoSelectFirstOption":false,"helpTexts":{},"spacing":{},"shareValue":false,"type":"dropDown","dataSourceName":"ColorThemePowerPoint","dataSourceFieldName":"Name","name":"ChooseColorTheme","label":"Choose Color theme"}],"formDataEntries":[{"name":"Date","value":"kcacoUdsG20hIWwrFpZxAQ=="},{"name":"EventOccasion","value":"DTZAF4jv4hJkicHBWkjdVYsY9x2qnV1yaoBlETy0o0E="},{"name":"ChooseColorTheme","value":"XmRlVpWiose5Rf1eG6aJznCjkbXXnh6o3o1+21OmFqQ="}]}]]></TemplafyFormConfiguration>
</file>

<file path=customXml/item6.xml><?xml version="1.0" encoding="utf-8"?>
<TemplafySlideFormConfiguration><![CDATA[{"formFields":[{"required":true,"helpTexts":{},"spacing":{},"shareValue":false,"type":"datePicker","name":"Date","label":"Date"},{"required":false,"placeholder":"","lines":1,"helpTexts":{},"spacing":{},"shareValue":false,"type":"textBox","name":"EventOccasion","label":"Event / Occasion"}],"formDataEntries":[]}]]></TemplafySlideFormConfiguration>
</file>

<file path=customXml/item7.xml><?xml version="1.0" encoding="utf-8"?>
<TemplafySlideTemplateConfiguration><![CDATA[{"slideVersion":4,"isValidatorEnabled":false,"isLocked":false,"elementsMetadata":[{"type":"shape","elementConfiguration":{"binding":"{{FormatDateTime(Form.Date, \"d. MMMM yyyy\")}}","visibility":"","type":"text","disableUpdates":false}},{"type":"shape","elementConfiguration":{"binding":"{{Form.EventOccasion}}","visibility":"","type":"text","disableUpdates":false}},{"type":"shape","elementConfiguration":{"binding":"{{Switch(UserProfile.DocumentLanguage.Language,\"da-DK\",UserProfile.Title,\"en-GB\",UserProfile.Title_EN,UserProfile.Title)}}","visibility":"","type":"text","disableUpdates":false}},{"type":"shape","elementConfiguration":{"binding":"{{UserProfile.Name}}","visibility":"","type":"text","disableUpdates":false}},{"type":"shape","elementConfiguration":{"inheritDimensions":"{{InheritDimensions.InheritNone}}","width":"4.61 cm","height":"1.55 cm","image":"{{UserProfile.UnitId.ExtraLogoRef.ImageRightAlignedNegRef.ImageFile}}","visibility":"","type":"image","disableUpdates":false}},{"type":"shape","elementConfiguration":{"binding":"{{UserProfile.UnitId.Logo2}}","visibility":"","type":"text","disableUpdates":false}},{"type":"shape","elementConfiguration":{"binding":"{{UserProfile.UnitId.Logo1PowerPoint}}","visibility":"","type":"text","disableUpdates":false}}],"slideId":"638344221284623770","enableDocumentContentUpdater":false,"version":"2.0"}]]></TemplafySlideTemplateConfiguration>
</file>

<file path=customXml/item8.xml><?xml version="1.0" encoding="utf-8"?>
<TemplafySlideFormConfiguration><![CDATA[{"formFields":[],"formDataEntries":[]}]]></TemplafySlideFormConfiguration>
</file>

<file path=customXml/item9.xml><?xml version="1.0" encoding="utf-8"?>
<TemplafySlideTemplateConfiguration><![CDATA[{"slideVersion":4,"isValidatorEnabled":false,"isLocked":false,"elementsMetadata":[],"slideId":"638344221285055523","enableDocumentContentUpdater":false,"version":"2.0"}]]></TemplafySlideTemplateConfiguration>
</file>

<file path=customXml/item10.xml><?xml version="1.0" encoding="utf-8"?>
<TemplafyTemplateConfiguration><![CDATA[{"elementsMetadata":[{"type":"shape","id":"65a04356-92b6-4a47-918e-78a50a76f164","elementConfiguration":{"binding":"{{FormatDateTime(Form.Date, \"d. MMMM yyyy\")}}","visibility":"","type":"text","disableUpdates":false}},{"type":"shape","id":"34bec9ce-27a1-41b7-9220-0f139f36445d","elementConfiguration":{"binding":"{{Form.EventOccasion}}","visibility":"","type":"text","disableUpdates":false}},{"type":"shape","id":"af76ede1-dd33-4b10-b8df-0a1c8dc4b0a6","elementConfiguration":{"binding":"{{Switch(UserProfile.DocumentLanguage.Language,\"da-DK\",UserProfile.Title,\"en-GB\",UserProfile.Title_EN,UserProfile.Title)}}","visibility":"","type":"text","disableUpdates":false}},{"type":"shape","id":"003efdc0-fa5f-41a3-b511-5e0eb11449c7","elementConfiguration":{"binding":"{{UserProfile.Name}}","visibility":"","type":"text","disableUpdates":false}},{"type":"shape","id":"d5e1fcf2-d2e7-4f04-a62e-ca95fb70fb04","elementConfiguration":{"inheritDimensions":"{{InheritDimensions.InheritNone}}","width":"4.61 cm","height":"1.55 cm","image":"{{UserProfile.UnitId.ExtraLogoRef.ImageRightAlignedRef.ImageFile}}","visibility":"","type":"image","disableUpdates":false}},{"type":"shape","id":"91499ec8-aec3-4d12-8320-346db94fb6d7","elementConfiguration":{"binding":"{{UserProfile.UnitId.Logo2}}","visibility":"","type":"text","disableUpdates":false}},{"type":"shape","id":"eada565a-e515-49e3-8e79-6fc20c12cb5a","elementConfiguration":{"binding":"{{UserProfile.UnitId.Logo1PowerPoint}}","visibility":"","type":"text","disableUpdates":false}},{"type":"shape","id":"d2c807bf-c20a-4e6d-a799-6fcff6951647","elementConfiguration":{"binding":"{{FormatDateTime(Form.Date, \"d. MMMM yyyy\")}}","visibility":"","type":"text","disableUpdates":false}},{"type":"shape","id":"a73d03e7-4f3f-4aa5-97fe-5cd33606c1c3","elementConfiguration":{"binding":"{{Form.EventOccasion}}","visibility":"","type":"text","disableUpdates":false}},{"type":"shape","id":"8af0f282-0d34-48a1-86b8-ed605fc649c7","elementConfiguration":{"inheritDimensions":"{{InheritDimensions.InheritNone}}","width":"4.61 cm","height":"1.55 cm","image":"{{UserProfile.UnitId.ExtraLogoRef.ImageRightAlignedNegRef.ImageFile}}","visibility":"","type":"image","disableUpdates":false}},{"type":"shape","id":"a807b095-5570-4fae-855d-6e3bdcf63943","elementConfiguration":{"binding":"{{UserProfile.UnitId.Logo2}}","visibility":"","type":"text","disableUpdates":false}},{"type":"shape","id":"6681ad5b-db83-4810-b13c-3cb68ee472ad","elementConfiguration":{"binding":"{{UserProfile.UnitId.Logo1PowerPoint}}","visibility":"","type":"text","disableUpdates":false}},{"type":"shape","id":"6f354c93-c798-4ba9-8ac3-fd677919f6d4","elementConfiguration":{"binding":"{{FormatDateTime(Form.Date, \"d. MMMM yyyy\")}}","visibility":"","type":"text","disableUpdates":false}},{"type":"shape","id":"1d1e319b-bee2-4df3-9881-3810f7297c02","elementConfiguration":{"binding":"{{Form.EventOccasion}}","visibility":"","type":"text","disableUpdates":false}},{"type":"shape","id":"4c0bec3a-e649-499b-a9a8-276547db97b5","elementConfiguration":{"binding":"{{UserProfile.Name}}","visibility":"","type":"text","disableUpdates":false}},{"type":"shape","id":"7b63a425-627c-4de1-973d-2cd70fe4e1ce","elementConfiguration":{"inheritDimensions":"{{InheritDimensions.InheritNone}}","width":"4.61 cm","height":"1.55 cm","image":"{{UserProfile.UnitId.ExtraLogoRef.ImageRightAlignedNegRef.ImageFile}}","visibility":"","type":"image","disableUpdates":false}},{"type":"shape","id":"5f7c3f31-b8cd-430b-a6c9-7f1b5ba6d31a","elementConfiguration":{"binding":"{{UserProfile.UnitId.Logo2}}","visibility":"","type":"text","disableUpdates":false}},{"type":"shape","id":"83e6068b-23fc-462f-b087-7e013c912135","elementConfiguration":{"binding":"{{UserProfile.UnitId.Logo1PowerPoint}}","visibility":"","type":"text","disableUpdates":false}},{"type":"shape","id":"8ab1cd0c-11c5-45fe-abeb-5bbaf2151f44","elementConfiguration":{"binding":"{{UserProfile.UnitId.Logo1PowerPoint}}","visibility":"","type":"text","disableUpdates":false}},{"type":"shape","id":"07caea8f-f210-46aa-b306-3076171569b2","elementConfiguration":{"binding":"{{FormatDateTime(Form.Date, \"d. MMMM yyyy\")}}","visibility":"","type":"text","disableUpdates":false}},{"type":"shape","id":"a8277224-1f32-4b13-9ad0-1f6f046b510f","elementConfiguration":{"binding":"{{Form.EventOccasion}}","visibility":"","type":"text","disableUpdates":false}},{"type":"shape","id":"b9093ede-f8a8-4f02-a984-c7acfb0628ee","elementConfiguration":{"binding":"{{Switch(UserProfile.DocumentLanguage.Language,\"da-DK\",UserProfile.Title,\"en-GB\",UserProfile.Title_EN,UserProfile.Title)}}","visibility":"","type":"text","disableUpdates":false}},{"type":"shape","id":"5b9ae2e7-b9c0-447e-82a2-c203a5209709","elementConfiguration":{"binding":"{{UserProfile.Name}}","visibility":"","type":"text","disableUpdates":false}},{"type":"shape","id":"8b3d44c0-608e-482e-94ab-265db9854a3f","elementConfiguration":{"inheritDimensions":"{{InheritDimensions.InheritNone}}","width":"4.61 cm","height":"1.55 cm","image":"{{UserProfile.UnitId.ExtraLogoRef.ImageRightAlignedNegRef.ImageFile}}","visibility":"","type":"image","disableUpdates":false}},{"type":"shape","id":"66da79b1-3c8e-4ecf-8cca-7f06e57a109c","elementConfiguration":{"binding":"{{UserProfile.UnitId.Logo2}}","visibility":"","type":"text","disableUpdates":false}},{"type":"shape","id":"792ceb35-74b2-4f4a-872c-6eda26ad0e3c","elementConfiguration":{"binding":"{{UserProfile.UnitId.Logo1PowerPoint}}","visibility":"","type":"text","disableUpdates":false}}],"transformationConfigurations":[{"language":"{{DocumentLanguage}}","disableUpdates":false,"type":"proofingLanguage"},{"colorTheme":"{{Form.ChooseColorTheme.ColorThemeRef.ColorTheme}}","disableUpdates":false,"originalColorThemeXml":"<a:clrScheme name=\"01 AU Blue\" xmlns:a=\"http://schemas.openxmlformats.org/drawingml/2006/main\"><a:dk1><a:srgbClr val=\"000000\" /></a:dk1><a:lt1><a:srgbClr val=\"FFFFFF\" /></a:lt1><a:dk2><a:srgbClr val=\"002546\" /></a:dk2><a:lt2><a:srgbClr val=\"002546\" /></a:lt2><a:accent1><a:srgbClr val=\"0A1449\" /></a:accent1><a:accent2><a:srgbClr val=\"183D83\" /></a:accent2><a:accent3><a:srgbClr val=\"87D1F4\" /></a:accent3><a:accent4><a:srgbClr val=\"33525F\" /></a:accent4><a:accent5><a:srgbClr val=\"548195\" /></a:accent5><a:accent6><a:srgbClr val=\"C6C6C6\" /></a:accent6><a:hlink><a:srgbClr val=\"03428E\" /></a:hlink><a:folHlink><a:srgbClr val=\"03428E\" /></a:folHlink></a:clrScheme>","type":"colorTheme"}],"templateName":"PowerPoint skabelon","templateDescription":"PowerPoint template 16:9 (convertible to 16:10 or 4:3)","enableDocumentContentUpdater":true,"version":"2.0"}]]></TemplafyTemplateConfiguration>
</file>

<file path=customXml/item11.xml><?xml version="1.0" encoding="utf-8"?>
<TemplafySlideTemplateConfiguration><![CDATA[{"slideVersion":4,"isValidatorEnabled":false,"isLocked":false,"elementsMetadata":[],"slideId":"638344221285091994","enableDocumentContentUpdater":false,"version":"2.0"}]]></TemplafySlideTemplateConfiguration>
</file>

<file path=customXml/item12.xml><?xml version="1.0" encoding="utf-8"?>
<TemplafySlideTemplateConfiguration><![CDATA[{"slideVersion":4,"isValidatorEnabled":false,"isLocked":false,"elementsMetadata":[],"slideId":"638344221285072627","enableDocumentContentUpdater":false,"version":"2.0"}]]></TemplafySlideTemplateConfiguration>
</file>

<file path=customXml/itemProps1.xml><?xml version="1.0" encoding="utf-8"?>
<ds:datastoreItem xmlns:ds="http://schemas.openxmlformats.org/officeDocument/2006/customXml" ds:itemID="{065744AD-6466-4C46-AE6F-83D8FBC1C1CF}">
  <ds:schemaRefs/>
</ds:datastoreItem>
</file>

<file path=customXml/itemProps2.xml><?xml version="1.0" encoding="utf-8"?>
<ds:datastoreItem xmlns:ds="http://schemas.openxmlformats.org/officeDocument/2006/customXml" ds:itemID="{F6929CAD-9C4B-4C57-B5A5-181E7E3C58CB}">
  <ds:schemaRefs/>
</ds:datastoreItem>
</file>

<file path=customXml/itemProps3.xml><?xml version="1.0" encoding="utf-8"?>
<ds:datastoreItem xmlns:ds="http://schemas.openxmlformats.org/officeDocument/2006/customXml" ds:itemID="{F6BDCACD-D9F5-4F4E-8192-10C1008EFFE8}">
  <ds:schemaRefs/>
</ds:datastoreItem>
</file>

<file path=customXml/itemProps4.xml><?xml version="1.0" encoding="utf-8"?>
<ds:datastoreItem xmlns:ds="http://schemas.openxmlformats.org/officeDocument/2006/customXml" ds:itemID="{CDCAD78D-4B75-4D6D-A12C-4D7099050C85}">
  <ds:schemaRefs/>
</ds:datastoreItem>
</file>

<file path=customXml/itemProps5.xml><?xml version="1.0" encoding="utf-8"?>
<ds:datastoreItem xmlns:ds="http://schemas.openxmlformats.org/officeDocument/2006/customXml" ds:itemID="{7DA86E9B-4135-4144-9EBF-FD9F3AFEC348}">
  <ds:schemaRefs/>
</ds:datastoreItem>
</file>

<file path=customXml/itemProps6.xml><?xml version="1.0" encoding="utf-8"?>
<ds:datastoreItem xmlns:ds="http://schemas.openxmlformats.org/officeDocument/2006/customXml" ds:itemID="{7E04581C-D7FD-4482-805D-038A22FDA87B}">
  <ds:schemaRefs/>
</ds:datastoreItem>
</file>

<file path=customXml/itemProps7.xml><?xml version="1.0" encoding="utf-8"?>
<ds:datastoreItem xmlns:ds="http://schemas.openxmlformats.org/officeDocument/2006/customXml" ds:itemID="{B2CA2D4C-0385-4D99-AB8D-7792A88C817E}">
  <ds:schemaRefs/>
</ds:datastoreItem>
</file>

<file path=customXml/itemProps8.xml><?xml version="1.0" encoding="utf-8"?>
<ds:datastoreItem xmlns:ds="http://schemas.openxmlformats.org/officeDocument/2006/customXml" ds:itemID="{E6076CFF-B2D0-45B5-8D6B-A70E14E9B3D8}">
  <ds:schemaRefs/>
</ds:datastoreItem>
</file>

<file path=customXml/itemProps9.xml><?xml version="1.0" encoding="utf-8"?>
<ds:datastoreItem xmlns:ds="http://schemas.openxmlformats.org/officeDocument/2006/customXml" ds:itemID="{3711B4B0-0534-4D87-9554-EE0E3A45C434}">
  <ds:schemaRefs/>
</ds:datastoreItem>
</file>

<file path=customXml/itemProps10.xml><?xml version="1.0" encoding="utf-8"?>
<ds:datastoreItem xmlns:ds="http://schemas.openxmlformats.org/officeDocument/2006/customXml" ds:itemID="{AFC86994-F0FF-421B-841D-005E37E2CB9C}">
  <ds:schemaRefs/>
</ds:datastoreItem>
</file>

<file path=customXml/itemProps11.xml><?xml version="1.0" encoding="utf-8"?>
<ds:datastoreItem xmlns:ds="http://schemas.openxmlformats.org/officeDocument/2006/customXml" ds:itemID="{D8EFAE61-AC68-4E39-9D00-2ECB552AF7C0}">
  <ds:schemaRefs/>
</ds:datastoreItem>
</file>

<file path=customXml/itemProps12.xml><?xml version="1.0" encoding="utf-8"?>
<ds:datastoreItem xmlns:ds="http://schemas.openxmlformats.org/officeDocument/2006/customXml" ds:itemID="{3643F53D-29F6-46FD-9FF1-B40DF29295C1}">
  <ds:schemaRefs/>
</ds:datastoreItem>
</file>

<file path=docProps/app.xml><?xml version="1.0" encoding="utf-8"?>
<Properties xmlns="http://schemas.openxmlformats.org/officeDocument/2006/extended-properties" xmlns:vt="http://schemas.openxmlformats.org/officeDocument/2006/docPropsVTypes">
  <TotalTime>173</TotalTime>
  <Words>180</Words>
  <Application>Microsoft Office PowerPoint</Application>
  <PresentationFormat>Brugerdefineret</PresentationFormat>
  <Paragraphs>38</Paragraphs>
  <Slides>17</Slides>
  <Notes>2</Notes>
  <HiddenSlides>0</HiddenSlides>
  <MMClips>0</MMClips>
  <ScaleCrop>false</ScaleCrop>
  <HeadingPairs>
    <vt:vector size="6" baseType="variant">
      <vt:variant>
        <vt:lpstr>Benyttede skrifttyper</vt:lpstr>
      </vt:variant>
      <vt:variant>
        <vt:i4>6</vt:i4>
      </vt:variant>
      <vt:variant>
        <vt:lpstr>Tema</vt:lpstr>
      </vt:variant>
      <vt:variant>
        <vt:i4>1</vt:i4>
      </vt:variant>
      <vt:variant>
        <vt:lpstr>Slidetitler</vt:lpstr>
      </vt:variant>
      <vt:variant>
        <vt:i4>17</vt:i4>
      </vt:variant>
    </vt:vector>
  </HeadingPairs>
  <TitlesOfParts>
    <vt:vector size="24" baseType="lpstr">
      <vt:lpstr>Calibri</vt:lpstr>
      <vt:lpstr>Arial</vt:lpstr>
      <vt:lpstr>AU Passata Light</vt:lpstr>
      <vt:lpstr>AU Passata</vt:lpstr>
      <vt:lpstr>AU Peto</vt:lpstr>
      <vt:lpstr>Georgia</vt:lpstr>
      <vt:lpstr>AU 16:9</vt:lpstr>
      <vt:lpstr>Discrete Denoising Diffusion Probabilistic models – in inverse design of metal alloy catalysts </vt:lpstr>
      <vt:lpstr>Outline</vt:lpstr>
      <vt:lpstr>Introduction</vt:lpstr>
      <vt:lpstr>Problem statement</vt:lpstr>
      <vt:lpstr>Diffusion models</vt:lpstr>
      <vt:lpstr>Implementation</vt:lpstr>
      <vt:lpstr>Main results</vt:lpstr>
      <vt:lpstr>Main results</vt:lpstr>
      <vt:lpstr>Main results</vt:lpstr>
      <vt:lpstr>Main results</vt:lpstr>
      <vt:lpstr>Main results</vt:lpstr>
      <vt:lpstr>Main results</vt:lpstr>
      <vt:lpstr>PowerPoint-præsentation</vt:lpstr>
      <vt:lpstr>PowerPoint-præsentation</vt:lpstr>
      <vt:lpstr>Concluding remarks</vt:lpstr>
      <vt:lpstr>PowerPoint-præsentation</vt:lpstr>
      <vt:lpstr>PowerPoint-præsentation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creator>Karsten Walz Jensen</dc:creator>
  <cp:lastModifiedBy>Karsten Walz Jensen</cp:lastModifiedBy>
  <cp:revision>6</cp:revision>
  <dcterms:created xsi:type="dcterms:W3CDTF">2026-06-03T15:25:01Z</dcterms:created>
  <dcterms:modified xsi:type="dcterms:W3CDTF">2026-06-03T18:01:17Z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reated by:">
    <vt:lpwstr>omnidocs.com</vt:lpwstr>
  </property>
  <property fmtid="{D5CDD505-2E9C-101B-9397-08002B2CF9AE}" pid="3" name="colorthemechange">
    <vt:lpwstr>true</vt:lpwstr>
  </property>
  <property fmtid="{D5CDD505-2E9C-101B-9397-08002B2CF9AE}" pid="4" name="TemplafyTimeStamp">
    <vt:lpwstr>2026-01-26T10:17:35</vt:lpwstr>
  </property>
  <property fmtid="{D5CDD505-2E9C-101B-9397-08002B2CF9AE}" pid="5" name="TemplafyTenantId">
    <vt:lpwstr>auoffice</vt:lpwstr>
  </property>
  <property fmtid="{D5CDD505-2E9C-101B-9397-08002B2CF9AE}" pid="6" name="TemplafyTemplateId">
    <vt:lpwstr>766163489789838292</vt:lpwstr>
  </property>
  <property fmtid="{D5CDD505-2E9C-101B-9397-08002B2CF9AE}" pid="7" name="TemplafyUserProfileId">
    <vt:lpwstr>1214436801446674453</vt:lpwstr>
  </property>
  <property fmtid="{D5CDD505-2E9C-101B-9397-08002B2CF9AE}" pid="8" name="TemplafyLanguageCode">
    <vt:lpwstr>da-DK</vt:lpwstr>
  </property>
  <property fmtid="{D5CDD505-2E9C-101B-9397-08002B2CF9AE}" pid="9" name="TemplafyFromBlank">
    <vt:bool>false</vt:bool>
  </property>
</Properties>
</file>