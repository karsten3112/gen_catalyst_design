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A805F-312C-9343-E35B-BE84A6AD1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7D5FA76-B972-7A63-6640-B0C5C921E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E4B7C54-1F28-A20E-9EDE-ED37BB90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D01DA36-7ED6-3AA4-2749-ADAFED03D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28A421C-C1B3-CF08-A532-A3C3ECFF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920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698A3-2F49-A814-AC62-C79126AA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89E188B-511A-D605-B024-509E30F24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DB6FE66-AEFC-44C8-7B8C-4170A0E7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F6BC653-895E-BD5D-59EF-236178CE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FE893A9-7F65-5371-2D20-6B34AB1A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00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F78C1-8150-976E-C479-DFE05285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60CD11A-2422-2261-C76E-BE8716E0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7F4919-68CD-7625-8A39-6C8906F2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2F4DE91-EE97-0E07-8795-93411DA9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2E1ACEF-6084-6267-2B31-7615A1BB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815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50979-5EF7-98E5-2A43-4C6BE1FD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D018D0-973B-185D-5750-BE014A89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A1CB394-3B5D-4598-55F1-059CCEDDA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217A2A0-9E07-0328-A744-0FA98C3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86749E3-6632-9D36-5243-4E3E2D65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5FCD251-B02F-EE3D-2539-90F4D113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536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5FF4E-02E4-7848-04B5-8A1E59B7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8E30F2C-C66A-4256-C585-118C0E29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6B6790B-8593-9D4A-8C49-54F617978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51EBF0E-CE6C-D763-E3E8-2EC6F996F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C1B5961-08B9-9274-39C9-22DAE04DA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2403FFE-845B-056F-58C7-A316CE8B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9CB15ED-FBE5-95D1-2561-DA423A15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483D713-1547-F3F8-F91A-ECB971F4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621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E00F2-8C17-DBAC-FE3C-BA4B3E65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C712F4-F288-7004-FF79-BFE74647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961E672-50FE-AF5D-FB3A-6D4C28C4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9BF5D1F-A752-C471-3779-24F6DA50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941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7B7FE68-5238-E51C-E0FF-5FC24278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7C2126C-187D-2C81-E7C8-344A22FCD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B9C9FF5-CAF5-2E9B-EF20-EE5BD790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6978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0AA25-2BDB-B5EC-F6AC-8151BD71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C4C5FD2-1428-D2C0-ACEE-2CA15B802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3C5F006-1A9A-BEB7-BF9A-827BDC561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C999262-E1DE-BB65-B3AC-A0B00EC8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522414C-0CBD-555D-170D-9735ECCA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CA0D968-328A-E67A-C62E-2ABEF922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4595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9ADFC1-C09B-55D4-E8D6-712E6C9D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766D521-AC60-2696-30BF-60BF6CD4A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96F1C8E-5522-24DB-4B3E-66933C687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55C003F-9370-4E92-0DD3-6174E666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9391A73-ED4D-B70C-2C65-8314C360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9315140-A506-A400-08B9-4BDCE9B5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961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358CEC-ACE4-4B1C-92FD-52E4FD50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3A9B02E-543B-07EB-95F3-4FF976ABE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DA252DF-75DE-0E0C-5E92-E290B86B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1FC9C69-53DA-6841-89C5-5401D666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5295DAE-DA35-2242-DBFE-8FBA75B8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89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A5DCDE2-68CE-1F2B-4D5C-C947920CD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F1A5048-904A-0608-EF63-572539253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AC2271D-B5EF-E59D-BC87-A176B923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7D89154-3398-0A2F-E6AE-34CD98C2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2DB7D42-4BF4-CB9B-A764-DBEDB818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6215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3E0942C-48A9-217F-94D7-1400A3BF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A9602B0-B239-721A-E1B6-2A8362243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9957D7-B706-1B30-B194-5E91F28D4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42709-F579-4922-95D1-52657830A60A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19C9D7B-152F-835A-1651-C1986AEEA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E9626DC-CD5B-C119-B3F4-73BE080FE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6EF2D-2C98-46B3-900E-D0CF7F1EF3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273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3466DB-7C65-E4F6-CBBC-C7D720E0F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EF9781C-63A5-A0DE-4A68-710372885F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17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85127F-E9C2-D2D6-07FC-C922CBDD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Benchmark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319EF27-6761-4FE0-14B5-B3375E84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sz="2400" dirty="0" err="1"/>
              <a:t>Objective</a:t>
            </a:r>
            <a:r>
              <a:rPr lang="da-DK" sz="2400" dirty="0"/>
              <a:t>: ”How </a:t>
            </a:r>
            <a:r>
              <a:rPr lang="da-DK" sz="2400" dirty="0" err="1"/>
              <a:t>well</a:t>
            </a:r>
            <a:r>
              <a:rPr lang="da-DK" sz="2400" dirty="0"/>
              <a:t> </a:t>
            </a:r>
            <a:r>
              <a:rPr lang="da-DK" sz="2400" dirty="0" err="1"/>
              <a:t>does</a:t>
            </a:r>
            <a:r>
              <a:rPr lang="da-DK" sz="2400" dirty="0"/>
              <a:t> </a:t>
            </a:r>
            <a:r>
              <a:rPr lang="da-DK" sz="2400" dirty="0" err="1"/>
              <a:t>different</a:t>
            </a:r>
            <a:r>
              <a:rPr lang="da-DK" sz="2400" dirty="0"/>
              <a:t> </a:t>
            </a:r>
            <a:r>
              <a:rPr lang="da-DK" sz="2400" dirty="0" err="1"/>
              <a:t>search</a:t>
            </a:r>
            <a:r>
              <a:rPr lang="da-DK" sz="2400" dirty="0"/>
              <a:t> </a:t>
            </a:r>
            <a:r>
              <a:rPr lang="da-DK" sz="2400" dirty="0" err="1"/>
              <a:t>algorithms</a:t>
            </a:r>
            <a:r>
              <a:rPr lang="da-DK" sz="2400" dirty="0"/>
              <a:t> </a:t>
            </a:r>
            <a:r>
              <a:rPr lang="da-DK" sz="2400" dirty="0" err="1"/>
              <a:t>compare</a:t>
            </a:r>
            <a:r>
              <a:rPr lang="da-DK" sz="2400" dirty="0"/>
              <a:t>”</a:t>
            </a:r>
          </a:p>
          <a:p>
            <a:pPr lvl="1"/>
            <a:r>
              <a:rPr lang="da-DK" sz="1600" dirty="0" err="1"/>
              <a:t>Random</a:t>
            </a:r>
            <a:r>
              <a:rPr lang="da-DK" sz="1600" dirty="0"/>
              <a:t> </a:t>
            </a:r>
            <a:r>
              <a:rPr lang="da-DK" sz="1600" dirty="0" err="1"/>
              <a:t>search</a:t>
            </a:r>
            <a:r>
              <a:rPr lang="da-DK" sz="1600" dirty="0"/>
              <a:t>, </a:t>
            </a:r>
            <a:r>
              <a:rPr lang="da-DK" sz="1600" dirty="0" err="1"/>
              <a:t>Genetic</a:t>
            </a:r>
            <a:r>
              <a:rPr lang="da-DK" sz="1600" dirty="0"/>
              <a:t> </a:t>
            </a:r>
            <a:r>
              <a:rPr lang="da-DK" sz="1600" dirty="0" err="1"/>
              <a:t>Algorithm</a:t>
            </a:r>
            <a:r>
              <a:rPr lang="da-DK" sz="1600" dirty="0"/>
              <a:t>, </a:t>
            </a:r>
            <a:r>
              <a:rPr lang="da-DK" sz="1600" dirty="0" err="1"/>
              <a:t>Annealing</a:t>
            </a:r>
            <a:r>
              <a:rPr lang="da-DK" sz="1600" dirty="0"/>
              <a:t> &amp; diffusion model hybrid</a:t>
            </a:r>
          </a:p>
          <a:p>
            <a:r>
              <a:rPr lang="da-DK" sz="2400" dirty="0"/>
              <a:t>Set budget limit: 10.000 samples</a:t>
            </a:r>
          </a:p>
          <a:p>
            <a:pPr lvl="1"/>
            <a:r>
              <a:rPr lang="da-DK" sz="1600" dirty="0"/>
              <a:t>How fast do </a:t>
            </a:r>
            <a:r>
              <a:rPr lang="da-DK" sz="1600" dirty="0" err="1"/>
              <a:t>we</a:t>
            </a:r>
            <a:r>
              <a:rPr lang="da-DK" sz="1600" dirty="0"/>
              <a:t> find </a:t>
            </a:r>
            <a:r>
              <a:rPr lang="da-DK" sz="1600" dirty="0" err="1"/>
              <a:t>good</a:t>
            </a:r>
            <a:r>
              <a:rPr lang="da-DK" sz="1600" dirty="0"/>
              <a:t> </a:t>
            </a:r>
            <a:r>
              <a:rPr lang="da-DK" sz="1600" dirty="0" err="1"/>
              <a:t>candidates</a:t>
            </a:r>
            <a:r>
              <a:rPr lang="da-DK" sz="1600" dirty="0"/>
              <a:t> &amp; </a:t>
            </a:r>
            <a:r>
              <a:rPr lang="da-DK" sz="1600" dirty="0" err="1"/>
              <a:t>how</a:t>
            </a:r>
            <a:r>
              <a:rPr lang="da-DK" sz="1600" dirty="0"/>
              <a:t> </a:t>
            </a:r>
            <a:r>
              <a:rPr lang="da-DK" sz="1600" dirty="0" err="1"/>
              <a:t>often</a:t>
            </a:r>
            <a:r>
              <a:rPr lang="da-DK" sz="1600" dirty="0"/>
              <a:t> </a:t>
            </a:r>
            <a:r>
              <a:rPr lang="da-DK" sz="1600" dirty="0" err="1"/>
              <a:t>within</a:t>
            </a:r>
            <a:r>
              <a:rPr lang="da-DK" sz="1600" dirty="0"/>
              <a:t> budget limit</a:t>
            </a:r>
          </a:p>
          <a:p>
            <a:pPr lvl="2"/>
            <a:r>
              <a:rPr lang="da-DK" sz="1400" dirty="0"/>
              <a:t>Do 100 </a:t>
            </a:r>
            <a:r>
              <a:rPr lang="da-DK" sz="1400" dirty="0" err="1"/>
              <a:t>different</a:t>
            </a:r>
            <a:r>
              <a:rPr lang="da-DK" sz="1400" dirty="0"/>
              <a:t> </a:t>
            </a:r>
            <a:r>
              <a:rPr lang="da-DK" sz="1400" dirty="0" err="1"/>
              <a:t>seeds</a:t>
            </a:r>
            <a:r>
              <a:rPr lang="da-DK" sz="1400" dirty="0"/>
              <a:t>:</a:t>
            </a:r>
          </a:p>
          <a:p>
            <a:pPr lvl="3"/>
            <a:r>
              <a:rPr lang="da-DK" sz="1200" dirty="0" err="1"/>
              <a:t>Determine</a:t>
            </a:r>
            <a:r>
              <a:rPr lang="da-DK" sz="1200" dirty="0"/>
              <a:t> max </a:t>
            </a:r>
            <a:r>
              <a:rPr lang="da-DK" sz="1200" dirty="0" err="1"/>
              <a:t>curves</a:t>
            </a:r>
            <a:r>
              <a:rPr lang="da-DK" sz="1200" dirty="0"/>
              <a:t> </a:t>
            </a:r>
            <a:r>
              <a:rPr lang="da-DK" sz="1200" dirty="0" err="1"/>
              <a:t>across</a:t>
            </a:r>
            <a:r>
              <a:rPr lang="da-DK" sz="1200" dirty="0"/>
              <a:t> all </a:t>
            </a:r>
            <a:r>
              <a:rPr lang="da-DK" sz="1200" dirty="0" err="1"/>
              <a:t>seeds</a:t>
            </a:r>
            <a:r>
              <a:rPr lang="da-DK" sz="1200" dirty="0"/>
              <a:t> </a:t>
            </a:r>
            <a:r>
              <a:rPr lang="da-DK" sz="1200" dirty="0">
                <a:sym typeface="Wingdings" panose="05000000000000000000" pitchFamily="2" charset="2"/>
              </a:rPr>
              <a:t> </a:t>
            </a:r>
            <a:r>
              <a:rPr lang="da-DK" sz="1200" dirty="0" err="1">
                <a:sym typeface="Wingdings" panose="05000000000000000000" pitchFamily="2" charset="2"/>
              </a:rPr>
              <a:t>Area</a:t>
            </a:r>
            <a:r>
              <a:rPr lang="da-DK" sz="1200" dirty="0">
                <a:sym typeface="Wingdings" panose="05000000000000000000" pitchFamily="2" charset="2"/>
              </a:rPr>
              <a:t> under </a:t>
            </a:r>
            <a:r>
              <a:rPr lang="da-DK" sz="1200" dirty="0" err="1">
                <a:sym typeface="Wingdings" panose="05000000000000000000" pitchFamily="2" charset="2"/>
              </a:rPr>
              <a:t>this</a:t>
            </a:r>
            <a:r>
              <a:rPr lang="da-DK" sz="1200" dirty="0">
                <a:sym typeface="Wingdings" panose="05000000000000000000" pitchFamily="2" charset="2"/>
              </a:rPr>
              <a:t> provides measure for </a:t>
            </a:r>
            <a:r>
              <a:rPr lang="da-DK" sz="1200" dirty="0" err="1">
                <a:sym typeface="Wingdings" panose="05000000000000000000" pitchFamily="2" charset="2"/>
              </a:rPr>
              <a:t>how</a:t>
            </a:r>
            <a:r>
              <a:rPr lang="da-DK" sz="1200" dirty="0">
                <a:sym typeface="Wingdings" panose="05000000000000000000" pitchFamily="2" charset="2"/>
              </a:rPr>
              <a:t> fast </a:t>
            </a:r>
            <a:r>
              <a:rPr lang="da-DK" sz="1200" dirty="0" err="1">
                <a:sym typeface="Wingdings" panose="05000000000000000000" pitchFamily="2" charset="2"/>
              </a:rPr>
              <a:t>we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reach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eq</a:t>
            </a:r>
            <a:r>
              <a:rPr lang="da-DK" sz="1200" dirty="0">
                <a:sym typeface="Wingdings" panose="05000000000000000000" pitchFamily="2" charset="2"/>
              </a:rPr>
              <a:t>. </a:t>
            </a:r>
            <a:r>
              <a:rPr lang="da-DK" sz="1200" dirty="0" err="1">
                <a:sym typeface="Wingdings" panose="05000000000000000000" pitchFamily="2" charset="2"/>
              </a:rPr>
              <a:t>Then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mean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across</a:t>
            </a:r>
            <a:r>
              <a:rPr lang="da-DK" sz="1200" dirty="0">
                <a:sym typeface="Wingdings" panose="05000000000000000000" pitchFamily="2" charset="2"/>
              </a:rPr>
              <a:t> </a:t>
            </a:r>
            <a:r>
              <a:rPr lang="da-DK" sz="1200" dirty="0" err="1">
                <a:sym typeface="Wingdings" panose="05000000000000000000" pitchFamily="2" charset="2"/>
              </a:rPr>
              <a:t>seeds</a:t>
            </a:r>
            <a:endParaRPr lang="da-DK" sz="1200" dirty="0"/>
          </a:p>
          <a:p>
            <a:pPr lvl="3"/>
            <a:r>
              <a:rPr lang="da-DK" sz="1200" dirty="0" err="1"/>
              <a:t>Determine</a:t>
            </a:r>
            <a:r>
              <a:rPr lang="da-DK" sz="1200" dirty="0"/>
              <a:t>: median, IQR, </a:t>
            </a:r>
            <a:r>
              <a:rPr lang="da-DK" sz="1200" dirty="0" err="1"/>
              <a:t>best</a:t>
            </a:r>
            <a:r>
              <a:rPr lang="da-DK" sz="1200" dirty="0"/>
              <a:t> </a:t>
            </a:r>
            <a:r>
              <a:rPr lang="da-DK" sz="1200" dirty="0" err="1"/>
              <a:t>candidates</a:t>
            </a:r>
            <a:r>
              <a:rPr lang="da-DK" sz="1200" dirty="0"/>
              <a:t> (top-k, </a:t>
            </a:r>
            <a:r>
              <a:rPr lang="da-DK" sz="1200" dirty="0" err="1"/>
              <a:t>greedy</a:t>
            </a:r>
            <a:r>
              <a:rPr lang="da-DK" sz="1200" dirty="0"/>
              <a:t>), </a:t>
            </a:r>
            <a:r>
              <a:rPr lang="da-DK" sz="1200" dirty="0" err="1"/>
              <a:t>mean</a:t>
            </a:r>
            <a:r>
              <a:rPr lang="da-DK" sz="1200" dirty="0"/>
              <a:t> (</a:t>
            </a:r>
            <a:r>
              <a:rPr lang="da-DK" sz="1200" dirty="0" err="1"/>
              <a:t>get</a:t>
            </a:r>
            <a:r>
              <a:rPr lang="da-DK" sz="1200" dirty="0"/>
              <a:t> distribution of </a:t>
            </a:r>
            <a:r>
              <a:rPr lang="da-DK" sz="1200" dirty="0" err="1"/>
              <a:t>these</a:t>
            </a:r>
            <a:r>
              <a:rPr lang="da-DK" sz="1200" dirty="0"/>
              <a:t>)</a:t>
            </a:r>
          </a:p>
          <a:p>
            <a:pPr lvl="3"/>
            <a:r>
              <a:rPr lang="da-DK" sz="1200" dirty="0" err="1"/>
              <a:t>Determine</a:t>
            </a:r>
            <a:r>
              <a:rPr lang="da-DK" sz="1200" dirty="0"/>
              <a:t> </a:t>
            </a:r>
            <a:r>
              <a:rPr lang="da-DK" sz="1200" dirty="0" err="1"/>
              <a:t>survival</a:t>
            </a:r>
            <a:r>
              <a:rPr lang="da-DK" sz="1200" dirty="0"/>
              <a:t> </a:t>
            </a:r>
            <a:r>
              <a:rPr lang="da-DK" sz="1200" dirty="0" err="1"/>
              <a:t>functions</a:t>
            </a:r>
            <a:r>
              <a:rPr lang="da-DK" sz="1200" dirty="0"/>
              <a:t> </a:t>
            </a:r>
            <a:r>
              <a:rPr lang="da-DK" sz="1200" dirty="0">
                <a:sym typeface="Wingdings" panose="05000000000000000000" pitchFamily="2" charset="2"/>
              </a:rPr>
              <a:t> P(rate &gt; r)</a:t>
            </a:r>
            <a:r>
              <a:rPr lang="da-DK" sz="1200" dirty="0"/>
              <a:t>  ?</a:t>
            </a:r>
            <a:endParaRPr lang="da-DK" sz="1600" dirty="0"/>
          </a:p>
          <a:p>
            <a:pPr lvl="1"/>
            <a:r>
              <a:rPr lang="da-DK" sz="1600" dirty="0"/>
              <a:t>Gives measure of </a:t>
            </a:r>
            <a:r>
              <a:rPr lang="da-DK" sz="1600" dirty="0" err="1"/>
              <a:t>robustness</a:t>
            </a:r>
            <a:r>
              <a:rPr lang="da-DK" sz="1600" dirty="0"/>
              <a:t> for all </a:t>
            </a:r>
            <a:r>
              <a:rPr lang="da-DK" sz="1600" dirty="0" err="1"/>
              <a:t>algorithms</a:t>
            </a:r>
            <a:endParaRPr lang="da-DK" sz="1600" dirty="0"/>
          </a:p>
          <a:p>
            <a:r>
              <a:rPr lang="da-DK" sz="2400" dirty="0" err="1"/>
              <a:t>What</a:t>
            </a:r>
            <a:r>
              <a:rPr lang="da-DK" sz="2400" dirty="0"/>
              <a:t> </a:t>
            </a:r>
            <a:r>
              <a:rPr lang="da-DK" sz="2400" dirty="0" err="1"/>
              <a:t>if</a:t>
            </a:r>
            <a:r>
              <a:rPr lang="da-DK" sz="2400" dirty="0"/>
              <a:t> </a:t>
            </a:r>
            <a:r>
              <a:rPr lang="da-DK" sz="2400" dirty="0" err="1"/>
              <a:t>method</a:t>
            </a:r>
            <a:r>
              <a:rPr lang="da-DK" sz="2400" dirty="0"/>
              <a:t> </a:t>
            </a:r>
            <a:r>
              <a:rPr lang="da-DK" sz="2400" dirty="0" err="1"/>
              <a:t>requires</a:t>
            </a:r>
            <a:r>
              <a:rPr lang="da-DK" sz="2400" dirty="0"/>
              <a:t> </a:t>
            </a:r>
            <a:r>
              <a:rPr lang="da-DK" sz="2400" dirty="0" err="1"/>
              <a:t>hyperparameters</a:t>
            </a:r>
            <a:r>
              <a:rPr lang="da-DK" sz="2400" dirty="0"/>
              <a:t>?</a:t>
            </a:r>
          </a:p>
          <a:p>
            <a:pPr lvl="1"/>
            <a:r>
              <a:rPr lang="da-DK" sz="2000" dirty="0"/>
              <a:t>Do 1000 samples with a set of parameters </a:t>
            </a:r>
            <a:r>
              <a:rPr lang="da-DK" sz="2000" dirty="0" err="1"/>
              <a:t>across</a:t>
            </a:r>
            <a:r>
              <a:rPr lang="da-DK" sz="2000" dirty="0"/>
              <a:t> 10 </a:t>
            </a:r>
            <a:r>
              <a:rPr lang="da-DK" sz="2000" dirty="0" err="1"/>
              <a:t>random</a:t>
            </a:r>
            <a:r>
              <a:rPr lang="da-DK" sz="2000" dirty="0"/>
              <a:t> </a:t>
            </a:r>
            <a:r>
              <a:rPr lang="da-DK" sz="2000" dirty="0" err="1"/>
              <a:t>seeds</a:t>
            </a:r>
            <a:r>
              <a:rPr lang="da-DK" sz="2000" dirty="0"/>
              <a:t>.</a:t>
            </a:r>
          </a:p>
          <a:p>
            <a:pPr lvl="2"/>
            <a:r>
              <a:rPr lang="da-DK" sz="1600" dirty="0" err="1"/>
              <a:t>Get</a:t>
            </a:r>
            <a:r>
              <a:rPr lang="da-DK" sz="1600" dirty="0"/>
              <a:t> </a:t>
            </a:r>
            <a:r>
              <a:rPr lang="da-DK" sz="1600" dirty="0" err="1"/>
              <a:t>statistics</a:t>
            </a:r>
            <a:r>
              <a:rPr lang="da-DK" sz="1600" dirty="0"/>
              <a:t> as </a:t>
            </a:r>
            <a:r>
              <a:rPr lang="da-DK" sz="1600" dirty="0" err="1"/>
              <a:t>before</a:t>
            </a:r>
            <a:r>
              <a:rPr lang="da-DK" sz="1600" dirty="0"/>
              <a:t> and </a:t>
            </a:r>
            <a:r>
              <a:rPr lang="da-DK" sz="1600" dirty="0" err="1"/>
              <a:t>decide</a:t>
            </a:r>
            <a:r>
              <a:rPr lang="da-DK" sz="1600" dirty="0"/>
              <a:t> </a:t>
            </a:r>
            <a:r>
              <a:rPr lang="da-DK" sz="1600" dirty="0" err="1"/>
              <a:t>best</a:t>
            </a:r>
            <a:r>
              <a:rPr lang="da-DK" sz="1600" dirty="0"/>
              <a:t> </a:t>
            </a:r>
            <a:r>
              <a:rPr lang="da-DK" sz="1600" dirty="0" err="1"/>
              <a:t>choice</a:t>
            </a:r>
            <a:r>
              <a:rPr lang="da-DK" sz="1600" dirty="0"/>
              <a:t> for </a:t>
            </a:r>
            <a:r>
              <a:rPr lang="da-DK" sz="1600" dirty="0" err="1"/>
              <a:t>each</a:t>
            </a:r>
            <a:r>
              <a:rPr lang="da-DK" sz="1600" dirty="0"/>
              <a:t> </a:t>
            </a:r>
            <a:r>
              <a:rPr lang="da-DK" sz="1600" dirty="0" err="1"/>
              <a:t>algorithm</a:t>
            </a:r>
            <a:r>
              <a:rPr lang="da-DK" sz="1600" dirty="0"/>
              <a:t>.</a:t>
            </a:r>
          </a:p>
          <a:p>
            <a:r>
              <a:rPr lang="da-DK" sz="2400" dirty="0"/>
              <a:t>For diffusion model:</a:t>
            </a:r>
          </a:p>
          <a:p>
            <a:pPr lvl="1"/>
            <a:r>
              <a:rPr lang="da-DK" sz="2000" dirty="0" err="1"/>
              <a:t>Establish</a:t>
            </a:r>
            <a:r>
              <a:rPr lang="da-DK" sz="2000" dirty="0"/>
              <a:t> </a:t>
            </a:r>
            <a:r>
              <a:rPr lang="da-DK" sz="2000" dirty="0" err="1"/>
              <a:t>training</a:t>
            </a:r>
            <a:r>
              <a:rPr lang="da-DK" sz="2000" dirty="0"/>
              <a:t> parameters, </a:t>
            </a:r>
            <a:r>
              <a:rPr lang="da-DK" sz="2000" dirty="0" err="1"/>
              <a:t>noising</a:t>
            </a:r>
            <a:r>
              <a:rPr lang="da-DK" sz="2000" dirty="0"/>
              <a:t> </a:t>
            </a:r>
            <a:r>
              <a:rPr lang="da-DK" sz="2000" dirty="0" err="1"/>
              <a:t>schedule</a:t>
            </a:r>
            <a:r>
              <a:rPr lang="da-DK" sz="2000" dirty="0"/>
              <a:t> &amp; </a:t>
            </a:r>
            <a:r>
              <a:rPr lang="da-DK" sz="2000" dirty="0" err="1"/>
              <a:t>noising</a:t>
            </a:r>
            <a:r>
              <a:rPr lang="da-DK" sz="2000" dirty="0"/>
              <a:t> type with </a:t>
            </a:r>
            <a:r>
              <a:rPr lang="da-DK" sz="2000" dirty="0" err="1"/>
              <a:t>condition</a:t>
            </a:r>
            <a:r>
              <a:rPr lang="da-DK" sz="2000" dirty="0"/>
              <a:t> score</a:t>
            </a:r>
          </a:p>
          <a:p>
            <a:pPr lvl="2"/>
            <a:r>
              <a:rPr lang="da-DK" sz="1600" dirty="0"/>
              <a:t>Train model: Do sampling at </a:t>
            </a:r>
            <a:r>
              <a:rPr lang="da-DK" sz="1600" dirty="0" err="1"/>
              <a:t>different</a:t>
            </a:r>
            <a:r>
              <a:rPr lang="da-DK" sz="1600" dirty="0"/>
              <a:t> </a:t>
            </a:r>
            <a:r>
              <a:rPr lang="da-DK" sz="1600" dirty="0" err="1"/>
              <a:t>conditions</a:t>
            </a:r>
            <a:r>
              <a:rPr lang="da-DK" sz="1600" dirty="0"/>
              <a:t> with </a:t>
            </a:r>
            <a:r>
              <a:rPr lang="da-DK" sz="1600" dirty="0" err="1"/>
              <a:t>different</a:t>
            </a:r>
            <a:r>
              <a:rPr lang="da-DK" sz="1600" dirty="0"/>
              <a:t> parameters and </a:t>
            </a:r>
            <a:r>
              <a:rPr lang="da-DK" sz="1600" dirty="0" err="1"/>
              <a:t>calculate</a:t>
            </a:r>
            <a:r>
              <a:rPr lang="da-DK" sz="1600" dirty="0"/>
              <a:t> MAE and </a:t>
            </a:r>
            <a:r>
              <a:rPr lang="da-DK" sz="1600" dirty="0" err="1"/>
              <a:t>get</a:t>
            </a:r>
            <a:r>
              <a:rPr lang="da-DK" sz="1600" dirty="0"/>
              <a:t> </a:t>
            </a:r>
            <a:r>
              <a:rPr lang="da-DK" sz="1600" dirty="0" err="1"/>
              <a:t>best</a:t>
            </a:r>
            <a:r>
              <a:rPr lang="da-DK" sz="1600" dirty="0"/>
              <a:t> </a:t>
            </a:r>
            <a:r>
              <a:rPr lang="da-DK" sz="1600" dirty="0" err="1"/>
              <a:t>choice</a:t>
            </a:r>
            <a:endParaRPr lang="da-DK" sz="1600" dirty="0"/>
          </a:p>
          <a:p>
            <a:pPr lvl="2"/>
            <a:r>
              <a:rPr lang="da-DK" sz="1600" dirty="0" err="1"/>
              <a:t>Maybe</a:t>
            </a:r>
            <a:r>
              <a:rPr lang="da-DK" sz="1600" dirty="0"/>
              <a:t> do sampling </a:t>
            </a:r>
            <a:r>
              <a:rPr lang="da-DK" sz="1600" dirty="0" err="1"/>
              <a:t>across</a:t>
            </a:r>
            <a:r>
              <a:rPr lang="da-DK" sz="1600" dirty="0"/>
              <a:t> </a:t>
            </a:r>
            <a:r>
              <a:rPr lang="da-DK" sz="1600" dirty="0" err="1"/>
              <a:t>few</a:t>
            </a:r>
            <a:r>
              <a:rPr lang="da-DK" sz="1600" dirty="0"/>
              <a:t> </a:t>
            </a:r>
            <a:r>
              <a:rPr lang="da-DK" sz="1600" dirty="0" err="1"/>
              <a:t>seeds</a:t>
            </a:r>
            <a:r>
              <a:rPr lang="da-DK" sz="1600" dirty="0"/>
              <a:t> </a:t>
            </a:r>
            <a:r>
              <a:rPr lang="da-DK" sz="1600" dirty="0" err="1"/>
              <a:t>too</a:t>
            </a:r>
            <a:r>
              <a:rPr lang="da-DK" sz="1600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5514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183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Office-tema</vt:lpstr>
      <vt:lpstr>Diffusion models</vt:lpstr>
      <vt:lpstr>Benchmark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2</cp:revision>
  <dcterms:created xsi:type="dcterms:W3CDTF">2026-03-25T16:37:07Z</dcterms:created>
  <dcterms:modified xsi:type="dcterms:W3CDTF">2026-03-25T23:18:37Z</dcterms:modified>
</cp:coreProperties>
</file>